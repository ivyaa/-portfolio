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4" r:id="rId6"/>
    <p:sldId id="265" r:id="rId7"/>
    <p:sldId id="262" r:id="rId8"/>
    <p:sldId id="263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414D"/>
    <a:srgbClr val="F1F9ED"/>
    <a:srgbClr val="C3E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72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500" y="-46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劉伃茗" userId="4f9bf0dd-d04c-4d61-9e35-a4c898c7323f" providerId="ADAL" clId="{3BCE0AA0-1606-4AF5-AF30-A323801D7379}"/>
    <pc:docChg chg="undo custSel addSld delSld modSld modMainMaster">
      <pc:chgData name="劉伃茗" userId="4f9bf0dd-d04c-4d61-9e35-a4c898c7323f" providerId="ADAL" clId="{3BCE0AA0-1606-4AF5-AF30-A323801D7379}" dt="2023-04-02T01:45:10.519" v="7726" actId="20577"/>
      <pc:docMkLst>
        <pc:docMk/>
      </pc:docMkLst>
      <pc:sldChg chg="addSp delSp modSp add setBg">
        <pc:chgData name="劉伃茗" userId="4f9bf0dd-d04c-4d61-9e35-a4c898c7323f" providerId="ADAL" clId="{3BCE0AA0-1606-4AF5-AF30-A323801D7379}" dt="2023-04-01T14:07:07.982" v="1657" actId="1076"/>
        <pc:sldMkLst>
          <pc:docMk/>
          <pc:sldMk cId="2129591008" sldId="256"/>
        </pc:sldMkLst>
        <pc:spChg chg="del">
          <ac:chgData name="劉伃茗" userId="4f9bf0dd-d04c-4d61-9e35-a4c898c7323f" providerId="ADAL" clId="{3BCE0AA0-1606-4AF5-AF30-A323801D7379}" dt="2023-04-01T03:23:35.222" v="1" actId="478"/>
          <ac:spMkLst>
            <pc:docMk/>
            <pc:sldMk cId="2129591008" sldId="256"/>
            <ac:spMk id="2" creationId="{F7FF87B4-B600-4812-9801-F2ED1154BC74}"/>
          </ac:spMkLst>
        </pc:spChg>
        <pc:spChg chg="del">
          <ac:chgData name="劉伃茗" userId="4f9bf0dd-d04c-4d61-9e35-a4c898c7323f" providerId="ADAL" clId="{3BCE0AA0-1606-4AF5-AF30-A323801D7379}" dt="2023-04-01T03:23:35.222" v="1" actId="478"/>
          <ac:spMkLst>
            <pc:docMk/>
            <pc:sldMk cId="2129591008" sldId="256"/>
            <ac:spMk id="3" creationId="{57D0430E-D22C-48A8-9956-E0959E1C4CF3}"/>
          </ac:spMkLst>
        </pc:spChg>
        <pc:spChg chg="add mod">
          <ac:chgData name="劉伃茗" userId="4f9bf0dd-d04c-4d61-9e35-a4c898c7323f" providerId="ADAL" clId="{3BCE0AA0-1606-4AF5-AF30-A323801D7379}" dt="2023-04-01T03:38:48.095" v="245" actId="1076"/>
          <ac:spMkLst>
            <pc:docMk/>
            <pc:sldMk cId="2129591008" sldId="256"/>
            <ac:spMk id="5" creationId="{3FF6E296-30F4-48FB-B504-A341FBE13903}"/>
          </ac:spMkLst>
        </pc:spChg>
        <pc:spChg chg="add mod">
          <ac:chgData name="劉伃茗" userId="4f9bf0dd-d04c-4d61-9e35-a4c898c7323f" providerId="ADAL" clId="{3BCE0AA0-1606-4AF5-AF30-A323801D7379}" dt="2023-04-01T03:38:55.498" v="246" actId="1076"/>
          <ac:spMkLst>
            <pc:docMk/>
            <pc:sldMk cId="2129591008" sldId="256"/>
            <ac:spMk id="6" creationId="{3B442553-CC81-4D11-AD03-466FE1B54F1C}"/>
          </ac:spMkLst>
        </pc:spChg>
        <pc:spChg chg="add del mod ord">
          <ac:chgData name="劉伃茗" userId="4f9bf0dd-d04c-4d61-9e35-a4c898c7323f" providerId="ADAL" clId="{3BCE0AA0-1606-4AF5-AF30-A323801D7379}" dt="2023-04-01T03:32:22.381" v="80" actId="478"/>
          <ac:spMkLst>
            <pc:docMk/>
            <pc:sldMk cId="2129591008" sldId="256"/>
            <ac:spMk id="7" creationId="{4D63AE58-8EF6-4EB9-B538-EA7323EA88A3}"/>
          </ac:spMkLst>
        </pc:spChg>
        <pc:spChg chg="add del mod">
          <ac:chgData name="劉伃茗" userId="4f9bf0dd-d04c-4d61-9e35-a4c898c7323f" providerId="ADAL" clId="{3BCE0AA0-1606-4AF5-AF30-A323801D7379}" dt="2023-04-01T03:32:21.134" v="79" actId="478"/>
          <ac:spMkLst>
            <pc:docMk/>
            <pc:sldMk cId="2129591008" sldId="256"/>
            <ac:spMk id="8" creationId="{E99FB40F-7E92-4259-9876-2BDD1BDFFCF6}"/>
          </ac:spMkLst>
        </pc:spChg>
        <pc:spChg chg="add mod">
          <ac:chgData name="劉伃茗" userId="4f9bf0dd-d04c-4d61-9e35-a4c898c7323f" providerId="ADAL" clId="{3BCE0AA0-1606-4AF5-AF30-A323801D7379}" dt="2023-04-01T03:38:55.498" v="246" actId="1076"/>
          <ac:spMkLst>
            <pc:docMk/>
            <pc:sldMk cId="2129591008" sldId="256"/>
            <ac:spMk id="13" creationId="{7811116E-8799-4FC8-9F0E-C03C0AE3DD3B}"/>
          </ac:spMkLst>
        </pc:spChg>
        <pc:spChg chg="add mod">
          <ac:chgData name="劉伃茗" userId="4f9bf0dd-d04c-4d61-9e35-a4c898c7323f" providerId="ADAL" clId="{3BCE0AA0-1606-4AF5-AF30-A323801D7379}" dt="2023-04-01T03:38:38.344" v="241" actId="1076"/>
          <ac:spMkLst>
            <pc:docMk/>
            <pc:sldMk cId="2129591008" sldId="256"/>
            <ac:spMk id="14" creationId="{95A7CFAA-E971-4066-BDEE-95121C9DA003}"/>
          </ac:spMkLst>
        </pc:spChg>
        <pc:spChg chg="add mod">
          <ac:chgData name="劉伃茗" userId="4f9bf0dd-d04c-4d61-9e35-a4c898c7323f" providerId="ADAL" clId="{3BCE0AA0-1606-4AF5-AF30-A323801D7379}" dt="2023-04-01T11:31:37.713" v="692" actId="2711"/>
          <ac:spMkLst>
            <pc:docMk/>
            <pc:sldMk cId="2129591008" sldId="256"/>
            <ac:spMk id="15" creationId="{07B387B0-6B90-45DE-96AF-FA64E1360B3E}"/>
          </ac:spMkLst>
        </pc:spChg>
        <pc:spChg chg="add mod">
          <ac:chgData name="劉伃茗" userId="4f9bf0dd-d04c-4d61-9e35-a4c898c7323f" providerId="ADAL" clId="{3BCE0AA0-1606-4AF5-AF30-A323801D7379}" dt="2023-04-01T11:31:45.259" v="693" actId="2711"/>
          <ac:spMkLst>
            <pc:docMk/>
            <pc:sldMk cId="2129591008" sldId="256"/>
            <ac:spMk id="16" creationId="{03B3F1E1-7F46-4B53-933C-FC36C9BEB622}"/>
          </ac:spMkLst>
        </pc:spChg>
        <pc:spChg chg="add mod">
          <ac:chgData name="劉伃茗" userId="4f9bf0dd-d04c-4d61-9e35-a4c898c7323f" providerId="ADAL" clId="{3BCE0AA0-1606-4AF5-AF30-A323801D7379}" dt="2023-04-01T11:29:28.055" v="519" actId="1037"/>
          <ac:spMkLst>
            <pc:docMk/>
            <pc:sldMk cId="2129591008" sldId="256"/>
            <ac:spMk id="25" creationId="{7BE4B9E2-32D5-45A7-B617-34E36D9D31EC}"/>
          </ac:spMkLst>
        </pc:spChg>
        <pc:spChg chg="add mod">
          <ac:chgData name="劉伃茗" userId="4f9bf0dd-d04c-4d61-9e35-a4c898c7323f" providerId="ADAL" clId="{3BCE0AA0-1606-4AF5-AF30-A323801D7379}" dt="2023-04-01T11:31:14.227" v="690" actId="20577"/>
          <ac:spMkLst>
            <pc:docMk/>
            <pc:sldMk cId="2129591008" sldId="256"/>
            <ac:spMk id="26" creationId="{D5FD270D-0DA1-4351-AFE4-945EF76A36B5}"/>
          </ac:spMkLst>
        </pc:spChg>
        <pc:spChg chg="add del mod">
          <ac:chgData name="劉伃茗" userId="4f9bf0dd-d04c-4d61-9e35-a4c898c7323f" providerId="ADAL" clId="{3BCE0AA0-1606-4AF5-AF30-A323801D7379}" dt="2023-04-01T14:06:08.693" v="1635" actId="478"/>
          <ac:spMkLst>
            <pc:docMk/>
            <pc:sldMk cId="2129591008" sldId="256"/>
            <ac:spMk id="28" creationId="{15062E69-82CB-4BFF-9A74-787263DC68E7}"/>
          </ac:spMkLst>
        </pc:spChg>
        <pc:spChg chg="add del mod">
          <ac:chgData name="劉伃茗" userId="4f9bf0dd-d04c-4d61-9e35-a4c898c7323f" providerId="ADAL" clId="{3BCE0AA0-1606-4AF5-AF30-A323801D7379}" dt="2023-04-01T14:06:30.275" v="1641" actId="478"/>
          <ac:spMkLst>
            <pc:docMk/>
            <pc:sldMk cId="2129591008" sldId="256"/>
            <ac:spMk id="29" creationId="{B8B24BD2-3215-4EE6-862B-6A5AC55F08B8}"/>
          </ac:spMkLst>
        </pc:spChg>
        <pc:spChg chg="add mod">
          <ac:chgData name="劉伃茗" userId="4f9bf0dd-d04c-4d61-9e35-a4c898c7323f" providerId="ADAL" clId="{3BCE0AA0-1606-4AF5-AF30-A323801D7379}" dt="2023-04-01T11:35:42.751" v="832" actId="571"/>
          <ac:spMkLst>
            <pc:docMk/>
            <pc:sldMk cId="2129591008" sldId="256"/>
            <ac:spMk id="30" creationId="{C3798E7C-62AE-4E1E-9C3A-F9E4B0836CEC}"/>
          </ac:spMkLst>
        </pc:spChg>
        <pc:spChg chg="add mod">
          <ac:chgData name="劉伃茗" userId="4f9bf0dd-d04c-4d61-9e35-a4c898c7323f" providerId="ADAL" clId="{3BCE0AA0-1606-4AF5-AF30-A323801D7379}" dt="2023-04-01T11:35:42.751" v="832" actId="571"/>
          <ac:spMkLst>
            <pc:docMk/>
            <pc:sldMk cId="2129591008" sldId="256"/>
            <ac:spMk id="31" creationId="{9CF541FA-FC8A-42BC-AAA0-E9E20DF41E79}"/>
          </ac:spMkLst>
        </pc:spChg>
        <pc:spChg chg="add mod">
          <ac:chgData name="劉伃茗" userId="4f9bf0dd-d04c-4d61-9e35-a4c898c7323f" providerId="ADAL" clId="{3BCE0AA0-1606-4AF5-AF30-A323801D7379}" dt="2023-04-01T14:07:07.982" v="1657" actId="1076"/>
          <ac:spMkLst>
            <pc:docMk/>
            <pc:sldMk cId="2129591008" sldId="256"/>
            <ac:spMk id="32" creationId="{0092BA1F-B566-4595-B503-21E614D36C02}"/>
          </ac:spMkLst>
        </pc:spChg>
        <pc:spChg chg="add mod">
          <ac:chgData name="劉伃茗" userId="4f9bf0dd-d04c-4d61-9e35-a4c898c7323f" providerId="ADAL" clId="{3BCE0AA0-1606-4AF5-AF30-A323801D7379}" dt="2023-04-01T13:53:49.187" v="1135" actId="1076"/>
          <ac:spMkLst>
            <pc:docMk/>
            <pc:sldMk cId="2129591008" sldId="256"/>
            <ac:spMk id="36" creationId="{0416AD01-6F96-4934-AEBB-C1081AF498D0}"/>
          </ac:spMkLst>
        </pc:spChg>
        <pc:grpChg chg="add mod">
          <ac:chgData name="劉伃茗" userId="4f9bf0dd-d04c-4d61-9e35-a4c898c7323f" providerId="ADAL" clId="{3BCE0AA0-1606-4AF5-AF30-A323801D7379}" dt="2023-04-01T07:09:29.800" v="359" actId="1038"/>
          <ac:grpSpMkLst>
            <pc:docMk/>
            <pc:sldMk cId="2129591008" sldId="256"/>
            <ac:grpSpMk id="21" creationId="{ACA5A4F0-F2E0-4251-89B0-51977718EBC3}"/>
          </ac:grpSpMkLst>
        </pc:grpChg>
        <pc:picChg chg="add del mod">
          <ac:chgData name="劉伃茗" userId="4f9bf0dd-d04c-4d61-9e35-a4c898c7323f" providerId="ADAL" clId="{3BCE0AA0-1606-4AF5-AF30-A323801D7379}" dt="2023-04-01T03:32:11.030" v="76" actId="478"/>
          <ac:picMkLst>
            <pc:docMk/>
            <pc:sldMk cId="2129591008" sldId="256"/>
            <ac:picMk id="4" creationId="{CA663050-160D-4620-B9C9-A1EAEEC71BD4}"/>
          </ac:picMkLst>
        </pc:picChg>
        <pc:picChg chg="add mod modCrop">
          <ac:chgData name="劉伃茗" userId="4f9bf0dd-d04c-4d61-9e35-a4c898c7323f" providerId="ADAL" clId="{3BCE0AA0-1606-4AF5-AF30-A323801D7379}" dt="2023-04-01T07:09:23.897" v="354" actId="164"/>
          <ac:picMkLst>
            <pc:docMk/>
            <pc:sldMk cId="2129591008" sldId="256"/>
            <ac:picMk id="18" creationId="{9DF60CE2-97D9-475D-8D78-1532AA572B99}"/>
          </ac:picMkLst>
        </pc:picChg>
        <pc:picChg chg="add mod modCrop">
          <ac:chgData name="劉伃茗" userId="4f9bf0dd-d04c-4d61-9e35-a4c898c7323f" providerId="ADAL" clId="{3BCE0AA0-1606-4AF5-AF30-A323801D7379}" dt="2023-04-01T07:09:23.897" v="354" actId="164"/>
          <ac:picMkLst>
            <pc:docMk/>
            <pc:sldMk cId="2129591008" sldId="256"/>
            <ac:picMk id="20" creationId="{2EBDE30C-8528-45DA-82CB-717298B4340D}"/>
          </ac:picMkLst>
        </pc:picChg>
        <pc:picChg chg="add del mod">
          <ac:chgData name="劉伃茗" userId="4f9bf0dd-d04c-4d61-9e35-a4c898c7323f" providerId="ADAL" clId="{3BCE0AA0-1606-4AF5-AF30-A323801D7379}" dt="2023-04-01T13:14:21.504" v="1047" actId="478"/>
          <ac:picMkLst>
            <pc:docMk/>
            <pc:sldMk cId="2129591008" sldId="256"/>
            <ac:picMk id="27" creationId="{1F81A116-9B2F-4A75-8416-D9D6DC482115}"/>
          </ac:picMkLst>
        </pc:picChg>
        <pc:picChg chg="add mod modCrop">
          <ac:chgData name="劉伃茗" userId="4f9bf0dd-d04c-4d61-9e35-a4c898c7323f" providerId="ADAL" clId="{3BCE0AA0-1606-4AF5-AF30-A323801D7379}" dt="2023-04-01T13:57:28.064" v="1231" actId="14100"/>
          <ac:picMkLst>
            <pc:docMk/>
            <pc:sldMk cId="2129591008" sldId="256"/>
            <ac:picMk id="33" creationId="{6F836A86-EB5F-440A-A65F-FF556F3F1A91}"/>
          </ac:picMkLst>
        </pc:picChg>
        <pc:picChg chg="add mod">
          <ac:chgData name="劉伃茗" userId="4f9bf0dd-d04c-4d61-9e35-a4c898c7323f" providerId="ADAL" clId="{3BCE0AA0-1606-4AF5-AF30-A323801D7379}" dt="2023-04-01T14:06:45.849" v="1653" actId="1035"/>
          <ac:picMkLst>
            <pc:docMk/>
            <pc:sldMk cId="2129591008" sldId="256"/>
            <ac:picMk id="34" creationId="{278FFDF3-4292-416B-8111-16CD1610F444}"/>
          </ac:picMkLst>
        </pc:picChg>
        <pc:picChg chg="add del mod">
          <ac:chgData name="劉伃茗" userId="4f9bf0dd-d04c-4d61-9e35-a4c898c7323f" providerId="ADAL" clId="{3BCE0AA0-1606-4AF5-AF30-A323801D7379}" dt="2023-04-01T13:22:46.109" v="1059" actId="478"/>
          <ac:picMkLst>
            <pc:docMk/>
            <pc:sldMk cId="2129591008" sldId="256"/>
            <ac:picMk id="1026" creationId="{30B32B5A-CA4D-4F3A-A6AF-E29435AA2317}"/>
          </ac:picMkLst>
        </pc:picChg>
        <pc:picChg chg="add mod">
          <ac:chgData name="劉伃茗" userId="4f9bf0dd-d04c-4d61-9e35-a4c898c7323f" providerId="ADAL" clId="{3BCE0AA0-1606-4AF5-AF30-A323801D7379}" dt="2023-04-01T13:47:04.670" v="1123" actId="1076"/>
          <ac:picMkLst>
            <pc:docMk/>
            <pc:sldMk cId="2129591008" sldId="256"/>
            <ac:picMk id="1028" creationId="{57CC265D-072D-4829-9E72-D0EF3785ABB3}"/>
          </ac:picMkLst>
        </pc:picChg>
        <pc:cxnChg chg="add mod">
          <ac:chgData name="劉伃茗" userId="4f9bf0dd-d04c-4d61-9e35-a4c898c7323f" providerId="ADAL" clId="{3BCE0AA0-1606-4AF5-AF30-A323801D7379}" dt="2023-04-01T03:38:55.498" v="246" actId="1076"/>
          <ac:cxnSpMkLst>
            <pc:docMk/>
            <pc:sldMk cId="2129591008" sldId="256"/>
            <ac:cxnSpMk id="10" creationId="{911CF973-9AF7-4737-8578-D1F83F3036B0}"/>
          </ac:cxnSpMkLst>
        </pc:cxnChg>
        <pc:cxnChg chg="add mod">
          <ac:chgData name="劉伃茗" userId="4f9bf0dd-d04c-4d61-9e35-a4c898c7323f" providerId="ADAL" clId="{3BCE0AA0-1606-4AF5-AF30-A323801D7379}" dt="2023-04-01T11:27:41.511" v="368" actId="208"/>
          <ac:cxnSpMkLst>
            <pc:docMk/>
            <pc:sldMk cId="2129591008" sldId="256"/>
            <ac:cxnSpMk id="23" creationId="{D6422CB3-8CDE-4988-A7B4-B6E1104C5CE1}"/>
          </ac:cxnSpMkLst>
        </pc:cxnChg>
      </pc:sldChg>
      <pc:sldChg chg="addSp delSp modSp add setBg">
        <pc:chgData name="劉伃茗" userId="4f9bf0dd-d04c-4d61-9e35-a4c898c7323f" providerId="ADAL" clId="{3BCE0AA0-1606-4AF5-AF30-A323801D7379}" dt="2023-04-01T15:23:11.880" v="3348" actId="20577"/>
        <pc:sldMkLst>
          <pc:docMk/>
          <pc:sldMk cId="3223531216" sldId="257"/>
        </pc:sldMkLst>
        <pc:spChg chg="del">
          <ac:chgData name="劉伃茗" userId="4f9bf0dd-d04c-4d61-9e35-a4c898c7323f" providerId="ADAL" clId="{3BCE0AA0-1606-4AF5-AF30-A323801D7379}" dt="2023-04-01T13:54:16.388" v="1138" actId="478"/>
          <ac:spMkLst>
            <pc:docMk/>
            <pc:sldMk cId="3223531216" sldId="257"/>
            <ac:spMk id="5" creationId="{3FF6E296-30F4-48FB-B504-A341FBE13903}"/>
          </ac:spMkLst>
        </pc:spChg>
        <pc:spChg chg="del">
          <ac:chgData name="劉伃茗" userId="4f9bf0dd-d04c-4d61-9e35-a4c898c7323f" providerId="ADAL" clId="{3BCE0AA0-1606-4AF5-AF30-A323801D7379}" dt="2023-04-01T13:54:23.974" v="1142" actId="478"/>
          <ac:spMkLst>
            <pc:docMk/>
            <pc:sldMk cId="3223531216" sldId="257"/>
            <ac:spMk id="6" creationId="{3B442553-CC81-4D11-AD03-466FE1B54F1C}"/>
          </ac:spMkLst>
        </pc:spChg>
        <pc:spChg chg="del mod">
          <ac:chgData name="劉伃茗" userId="4f9bf0dd-d04c-4d61-9e35-a4c898c7323f" providerId="ADAL" clId="{3BCE0AA0-1606-4AF5-AF30-A323801D7379}" dt="2023-04-01T13:54:19.289" v="1140" actId="478"/>
          <ac:spMkLst>
            <pc:docMk/>
            <pc:sldMk cId="3223531216" sldId="257"/>
            <ac:spMk id="13" creationId="{7811116E-8799-4FC8-9F0E-C03C0AE3DD3B}"/>
          </ac:spMkLst>
        </pc:spChg>
        <pc:spChg chg="del">
          <ac:chgData name="劉伃茗" userId="4f9bf0dd-d04c-4d61-9e35-a4c898c7323f" providerId="ADAL" clId="{3BCE0AA0-1606-4AF5-AF30-A323801D7379}" dt="2023-04-01T13:54:21.952" v="1141" actId="478"/>
          <ac:spMkLst>
            <pc:docMk/>
            <pc:sldMk cId="3223531216" sldId="257"/>
            <ac:spMk id="14" creationId="{95A7CFAA-E971-4066-BDEE-95121C9DA003}"/>
          </ac:spMkLst>
        </pc:spChg>
        <pc:spChg chg="del">
          <ac:chgData name="劉伃茗" userId="4f9bf0dd-d04c-4d61-9e35-a4c898c7323f" providerId="ADAL" clId="{3BCE0AA0-1606-4AF5-AF30-A323801D7379}" dt="2023-04-01T13:54:33.095" v="1144" actId="478"/>
          <ac:spMkLst>
            <pc:docMk/>
            <pc:sldMk cId="3223531216" sldId="257"/>
            <ac:spMk id="15" creationId="{07B387B0-6B90-45DE-96AF-FA64E1360B3E}"/>
          </ac:spMkLst>
        </pc:spChg>
        <pc:spChg chg="mod">
          <ac:chgData name="劉伃茗" userId="4f9bf0dd-d04c-4d61-9e35-a4c898c7323f" providerId="ADAL" clId="{3BCE0AA0-1606-4AF5-AF30-A323801D7379}" dt="2023-04-01T14:14:44.728" v="1694" actId="20577"/>
          <ac:spMkLst>
            <pc:docMk/>
            <pc:sldMk cId="3223531216" sldId="257"/>
            <ac:spMk id="16" creationId="{03B3F1E1-7F46-4B53-933C-FC36C9BEB622}"/>
          </ac:spMkLst>
        </pc:spChg>
        <pc:spChg chg="add mod">
          <ac:chgData name="劉伃茗" userId="4f9bf0dd-d04c-4d61-9e35-a4c898c7323f" providerId="ADAL" clId="{3BCE0AA0-1606-4AF5-AF30-A323801D7379}" dt="2023-04-01T14:04:20.069" v="1615" actId="1076"/>
          <ac:spMkLst>
            <pc:docMk/>
            <pc:sldMk cId="3223531216" sldId="257"/>
            <ac:spMk id="22" creationId="{325462B6-8545-4D60-8C09-773F72967FA4}"/>
          </ac:spMkLst>
        </pc:spChg>
        <pc:spChg chg="add mod">
          <ac:chgData name="劉伃茗" userId="4f9bf0dd-d04c-4d61-9e35-a4c898c7323f" providerId="ADAL" clId="{3BCE0AA0-1606-4AF5-AF30-A323801D7379}" dt="2023-04-01T14:04:20.069" v="1615" actId="1076"/>
          <ac:spMkLst>
            <pc:docMk/>
            <pc:sldMk cId="3223531216" sldId="257"/>
            <ac:spMk id="24" creationId="{B9798046-C5F4-4302-BB43-80BE6BB89F8A}"/>
          </ac:spMkLst>
        </pc:spChg>
        <pc:spChg chg="del">
          <ac:chgData name="劉伃茗" userId="4f9bf0dd-d04c-4d61-9e35-a4c898c7323f" providerId="ADAL" clId="{3BCE0AA0-1606-4AF5-AF30-A323801D7379}" dt="2023-04-01T13:54:36.603" v="1145" actId="478"/>
          <ac:spMkLst>
            <pc:docMk/>
            <pc:sldMk cId="3223531216" sldId="257"/>
            <ac:spMk id="25" creationId="{7BE4B9E2-32D5-45A7-B617-34E36D9D31EC}"/>
          </ac:spMkLst>
        </pc:spChg>
        <pc:spChg chg="del">
          <ac:chgData name="劉伃茗" userId="4f9bf0dd-d04c-4d61-9e35-a4c898c7323f" providerId="ADAL" clId="{3BCE0AA0-1606-4AF5-AF30-A323801D7379}" dt="2023-04-01T13:54:41.380" v="1146" actId="478"/>
          <ac:spMkLst>
            <pc:docMk/>
            <pc:sldMk cId="3223531216" sldId="257"/>
            <ac:spMk id="26" creationId="{D5FD270D-0DA1-4351-AFE4-945EF76A36B5}"/>
          </ac:spMkLst>
        </pc:spChg>
        <pc:spChg chg="add mod">
          <ac:chgData name="劉伃茗" userId="4f9bf0dd-d04c-4d61-9e35-a4c898c7323f" providerId="ADAL" clId="{3BCE0AA0-1606-4AF5-AF30-A323801D7379}" dt="2023-04-01T14:04:46.088" v="1629" actId="1035"/>
          <ac:spMkLst>
            <pc:docMk/>
            <pc:sldMk cId="3223531216" sldId="257"/>
            <ac:spMk id="27" creationId="{2F42B623-CA66-4CD2-B479-F515F05A2178}"/>
          </ac:spMkLst>
        </pc:spChg>
        <pc:spChg chg="del mod">
          <ac:chgData name="劉伃茗" userId="4f9bf0dd-d04c-4d61-9e35-a4c898c7323f" providerId="ADAL" clId="{3BCE0AA0-1606-4AF5-AF30-A323801D7379}" dt="2023-04-01T14:24:22.678" v="1965" actId="478"/>
          <ac:spMkLst>
            <pc:docMk/>
            <pc:sldMk cId="3223531216" sldId="257"/>
            <ac:spMk id="28" creationId="{15062E69-82CB-4BFF-9A74-787263DC68E7}"/>
          </ac:spMkLst>
        </pc:spChg>
        <pc:spChg chg="del">
          <ac:chgData name="劉伃茗" userId="4f9bf0dd-d04c-4d61-9e35-a4c898c7323f" providerId="ADAL" clId="{3BCE0AA0-1606-4AF5-AF30-A323801D7379}" dt="2023-04-01T14:14:50.629" v="1696" actId="478"/>
          <ac:spMkLst>
            <pc:docMk/>
            <pc:sldMk cId="3223531216" sldId="257"/>
            <ac:spMk id="29" creationId="{B8B24BD2-3215-4EE6-862B-6A5AC55F08B8}"/>
          </ac:spMkLst>
        </pc:spChg>
        <pc:spChg chg="add mod">
          <ac:chgData name="劉伃茗" userId="4f9bf0dd-d04c-4d61-9e35-a4c898c7323f" providerId="ADAL" clId="{3BCE0AA0-1606-4AF5-AF30-A323801D7379}" dt="2023-04-01T14:46:12.220" v="2079" actId="1035"/>
          <ac:spMkLst>
            <pc:docMk/>
            <pc:sldMk cId="3223531216" sldId="257"/>
            <ac:spMk id="31" creationId="{D1A4ADB7-6CA7-496E-946F-7F2285CEFBB8}"/>
          </ac:spMkLst>
        </pc:spChg>
        <pc:spChg chg="del">
          <ac:chgData name="劉伃茗" userId="4f9bf0dd-d04c-4d61-9e35-a4c898c7323f" providerId="ADAL" clId="{3BCE0AA0-1606-4AF5-AF30-A323801D7379}" dt="2023-04-01T14:14:48.554" v="1695" actId="478"/>
          <ac:spMkLst>
            <pc:docMk/>
            <pc:sldMk cId="3223531216" sldId="257"/>
            <ac:spMk id="32" creationId="{0092BA1F-B566-4595-B503-21E614D36C02}"/>
          </ac:spMkLst>
        </pc:spChg>
        <pc:spChg chg="add mod">
          <ac:chgData name="劉伃茗" userId="4f9bf0dd-d04c-4d61-9e35-a4c898c7323f" providerId="ADAL" clId="{3BCE0AA0-1606-4AF5-AF30-A323801D7379}" dt="2023-04-01T14:48:16.060" v="2198" actId="1076"/>
          <ac:spMkLst>
            <pc:docMk/>
            <pc:sldMk cId="3223531216" sldId="257"/>
            <ac:spMk id="34" creationId="{77D9AE2E-7103-4181-B2ED-D873C10F1A5A}"/>
          </ac:spMkLst>
        </pc:spChg>
        <pc:spChg chg="add mod">
          <ac:chgData name="劉伃茗" userId="4f9bf0dd-d04c-4d61-9e35-a4c898c7323f" providerId="ADAL" clId="{3BCE0AA0-1606-4AF5-AF30-A323801D7379}" dt="2023-04-01T15:23:11.880" v="3348" actId="20577"/>
          <ac:spMkLst>
            <pc:docMk/>
            <pc:sldMk cId="3223531216" sldId="257"/>
            <ac:spMk id="35" creationId="{2D655750-F76D-4099-A654-1BF100110A75}"/>
          </ac:spMkLst>
        </pc:spChg>
        <pc:spChg chg="del">
          <ac:chgData name="劉伃茗" userId="4f9bf0dd-d04c-4d61-9e35-a4c898c7323f" providerId="ADAL" clId="{3BCE0AA0-1606-4AF5-AF30-A323801D7379}" dt="2023-04-01T14:15:01.592" v="1699" actId="478"/>
          <ac:spMkLst>
            <pc:docMk/>
            <pc:sldMk cId="3223531216" sldId="257"/>
            <ac:spMk id="36" creationId="{0416AD01-6F96-4934-AEBB-C1081AF498D0}"/>
          </ac:spMkLst>
        </pc:spChg>
        <pc:grpChg chg="del">
          <ac:chgData name="劉伃茗" userId="4f9bf0dd-d04c-4d61-9e35-a4c898c7323f" providerId="ADAL" clId="{3BCE0AA0-1606-4AF5-AF30-A323801D7379}" dt="2023-04-01T13:54:36.603" v="1145" actId="478"/>
          <ac:grpSpMkLst>
            <pc:docMk/>
            <pc:sldMk cId="3223531216" sldId="257"/>
            <ac:grpSpMk id="21" creationId="{ACA5A4F0-F2E0-4251-89B0-51977718EBC3}"/>
          </ac:grpSpMkLst>
        </pc:grpChg>
        <pc:picChg chg="add mod modCrop">
          <ac:chgData name="劉伃茗" userId="4f9bf0dd-d04c-4d61-9e35-a4c898c7323f" providerId="ADAL" clId="{3BCE0AA0-1606-4AF5-AF30-A323801D7379}" dt="2023-04-01T14:44:56.787" v="1975" actId="1038"/>
          <ac:picMkLst>
            <pc:docMk/>
            <pc:sldMk cId="3223531216" sldId="257"/>
            <ac:picMk id="2" creationId="{92D14463-C097-43EF-9717-C9F01D12D41A}"/>
          </ac:picMkLst>
        </pc:picChg>
        <pc:picChg chg="add del mod">
          <ac:chgData name="劉伃茗" userId="4f9bf0dd-d04c-4d61-9e35-a4c898c7323f" providerId="ADAL" clId="{3BCE0AA0-1606-4AF5-AF30-A323801D7379}" dt="2023-04-01T15:16:16.639" v="2804"/>
          <ac:picMkLst>
            <pc:docMk/>
            <pc:sldMk cId="3223531216" sldId="257"/>
            <ac:picMk id="8" creationId="{7BF4E95E-0EF5-489E-B18B-E457F8365B80}"/>
          </ac:picMkLst>
        </pc:picChg>
        <pc:picChg chg="add mod modCrop">
          <ac:chgData name="劉伃茗" userId="4f9bf0dd-d04c-4d61-9e35-a4c898c7323f" providerId="ADAL" clId="{3BCE0AA0-1606-4AF5-AF30-A323801D7379}" dt="2023-04-01T14:45:19.715" v="1982" actId="1076"/>
          <ac:picMkLst>
            <pc:docMk/>
            <pc:sldMk cId="3223531216" sldId="257"/>
            <ac:picMk id="30" creationId="{D59263C6-90C4-4AAB-97DA-C74A9C106EC1}"/>
          </ac:picMkLst>
        </pc:picChg>
        <pc:picChg chg="del">
          <ac:chgData name="劉伃茗" userId="4f9bf0dd-d04c-4d61-9e35-a4c898c7323f" providerId="ADAL" clId="{3BCE0AA0-1606-4AF5-AF30-A323801D7379}" dt="2023-04-01T14:14:57.515" v="1698" actId="478"/>
          <ac:picMkLst>
            <pc:docMk/>
            <pc:sldMk cId="3223531216" sldId="257"/>
            <ac:picMk id="33" creationId="{6F836A86-EB5F-440A-A65F-FF556F3F1A91}"/>
          </ac:picMkLst>
        </pc:picChg>
        <pc:picChg chg="mod">
          <ac:chgData name="劉伃茗" userId="4f9bf0dd-d04c-4d61-9e35-a4c898c7323f" providerId="ADAL" clId="{3BCE0AA0-1606-4AF5-AF30-A323801D7379}" dt="2023-04-01T14:04:38.170" v="1622" actId="1076"/>
          <ac:picMkLst>
            <pc:docMk/>
            <pc:sldMk cId="3223531216" sldId="257"/>
            <ac:picMk id="1028" creationId="{57CC265D-072D-4829-9E72-D0EF3785ABB3}"/>
          </ac:picMkLst>
        </pc:picChg>
        <pc:cxnChg chg="add mod">
          <ac:chgData name="劉伃茗" userId="4f9bf0dd-d04c-4d61-9e35-a4c898c7323f" providerId="ADAL" clId="{3BCE0AA0-1606-4AF5-AF30-A323801D7379}" dt="2023-04-01T14:48:29.729" v="2203" actId="408"/>
          <ac:cxnSpMkLst>
            <pc:docMk/>
            <pc:sldMk cId="3223531216" sldId="257"/>
            <ac:cxnSpMk id="4" creationId="{96556C22-2121-4393-B701-A88DCA1069F1}"/>
          </ac:cxnSpMkLst>
        </pc:cxnChg>
        <pc:cxnChg chg="del">
          <ac:chgData name="劉伃茗" userId="4f9bf0dd-d04c-4d61-9e35-a4c898c7323f" providerId="ADAL" clId="{3BCE0AA0-1606-4AF5-AF30-A323801D7379}" dt="2023-04-01T14:00:52.209" v="1360" actId="478"/>
          <ac:cxnSpMkLst>
            <pc:docMk/>
            <pc:sldMk cId="3223531216" sldId="257"/>
            <ac:cxnSpMk id="23" creationId="{D6422CB3-8CDE-4988-A7B4-B6E1104C5CE1}"/>
          </ac:cxnSpMkLst>
        </pc:cxnChg>
      </pc:sldChg>
      <pc:sldChg chg="add del">
        <pc:chgData name="劉伃茗" userId="4f9bf0dd-d04c-4d61-9e35-a4c898c7323f" providerId="ADAL" clId="{3BCE0AA0-1606-4AF5-AF30-A323801D7379}" dt="2023-04-01T14:16:00.270" v="1703" actId="2696"/>
        <pc:sldMkLst>
          <pc:docMk/>
          <pc:sldMk cId="4144376241" sldId="258"/>
        </pc:sldMkLst>
      </pc:sldChg>
      <pc:sldChg chg="add del">
        <pc:chgData name="劉伃茗" userId="4f9bf0dd-d04c-4d61-9e35-a4c898c7323f" providerId="ADAL" clId="{3BCE0AA0-1606-4AF5-AF30-A323801D7379}" dt="2023-04-01T14:16:00.319" v="1704" actId="2696"/>
        <pc:sldMkLst>
          <pc:docMk/>
          <pc:sldMk cId="3092962372" sldId="259"/>
        </pc:sldMkLst>
      </pc:sldChg>
      <pc:sldChg chg="addSp delSp modSp add">
        <pc:chgData name="劉伃茗" userId="4f9bf0dd-d04c-4d61-9e35-a4c898c7323f" providerId="ADAL" clId="{3BCE0AA0-1606-4AF5-AF30-A323801D7379}" dt="2023-04-01T15:38:41.513" v="4356" actId="20577"/>
        <pc:sldMkLst>
          <pc:docMk/>
          <pc:sldMk cId="3472398311" sldId="260"/>
        </pc:sldMkLst>
        <pc:spChg chg="add mod">
          <ac:chgData name="劉伃茗" userId="4f9bf0dd-d04c-4d61-9e35-a4c898c7323f" providerId="ADAL" clId="{3BCE0AA0-1606-4AF5-AF30-A323801D7379}" dt="2023-04-01T15:22:55.845" v="3330" actId="20577"/>
          <ac:spMkLst>
            <pc:docMk/>
            <pc:sldMk cId="3472398311" sldId="260"/>
            <ac:spMk id="11" creationId="{A6DBD3F6-7C4B-41CE-980E-1AA8EAB62897}"/>
          </ac:spMkLst>
        </pc:spChg>
        <pc:spChg chg="add mod">
          <ac:chgData name="劉伃茗" userId="4f9bf0dd-d04c-4d61-9e35-a4c898c7323f" providerId="ADAL" clId="{3BCE0AA0-1606-4AF5-AF30-A323801D7379}" dt="2023-04-01T15:27:59.182" v="3533" actId="1076"/>
          <ac:spMkLst>
            <pc:docMk/>
            <pc:sldMk cId="3472398311" sldId="260"/>
            <ac:spMk id="15" creationId="{98FCC617-1A3A-46EF-B35A-C9D995005F79}"/>
          </ac:spMkLst>
        </pc:spChg>
        <pc:spChg chg="del mod">
          <ac:chgData name="劉伃茗" userId="4f9bf0dd-d04c-4d61-9e35-a4c898c7323f" providerId="ADAL" clId="{3BCE0AA0-1606-4AF5-AF30-A323801D7379}" dt="2023-04-01T15:28:31.449" v="3580" actId="478"/>
          <ac:spMkLst>
            <pc:docMk/>
            <pc:sldMk cId="3472398311" sldId="260"/>
            <ac:spMk id="16" creationId="{03B3F1E1-7F46-4B53-933C-FC36C9BEB622}"/>
          </ac:spMkLst>
        </pc:spChg>
        <pc:spChg chg="add mod">
          <ac:chgData name="劉伃茗" userId="4f9bf0dd-d04c-4d61-9e35-a4c898c7323f" providerId="ADAL" clId="{3BCE0AA0-1606-4AF5-AF30-A323801D7379}" dt="2023-04-01T15:35:18.011" v="3901" actId="20577"/>
          <ac:spMkLst>
            <pc:docMk/>
            <pc:sldMk cId="3472398311" sldId="260"/>
            <ac:spMk id="17" creationId="{6FBBF227-6AD3-460A-98C7-489712D460D5}"/>
          </ac:spMkLst>
        </pc:spChg>
        <pc:spChg chg="add mod">
          <ac:chgData name="劉伃茗" userId="4f9bf0dd-d04c-4d61-9e35-a4c898c7323f" providerId="ADAL" clId="{3BCE0AA0-1606-4AF5-AF30-A323801D7379}" dt="2023-04-01T15:35:41.008" v="3928" actId="1076"/>
          <ac:spMkLst>
            <pc:docMk/>
            <pc:sldMk cId="3472398311" sldId="260"/>
            <ac:spMk id="18" creationId="{9A73159C-E93B-4DF6-BA83-5C9AC65CC2C6}"/>
          </ac:spMkLst>
        </pc:spChg>
        <pc:spChg chg="add mod">
          <ac:chgData name="劉伃茗" userId="4f9bf0dd-d04c-4d61-9e35-a4c898c7323f" providerId="ADAL" clId="{3BCE0AA0-1606-4AF5-AF30-A323801D7379}" dt="2023-04-01T15:38:41.513" v="4356" actId="20577"/>
          <ac:spMkLst>
            <pc:docMk/>
            <pc:sldMk cId="3472398311" sldId="260"/>
            <ac:spMk id="19" creationId="{9C5DACCD-8CA7-4091-AB07-79480D89D281}"/>
          </ac:spMkLst>
        </pc:spChg>
        <pc:spChg chg="del">
          <ac:chgData name="劉伃茗" userId="4f9bf0dd-d04c-4d61-9e35-a4c898c7323f" providerId="ADAL" clId="{3BCE0AA0-1606-4AF5-AF30-A323801D7379}" dt="2023-04-01T14:16:08.557" v="1706" actId="478"/>
          <ac:spMkLst>
            <pc:docMk/>
            <pc:sldMk cId="3472398311" sldId="260"/>
            <ac:spMk id="22" creationId="{325462B6-8545-4D60-8C09-773F72967FA4}"/>
          </ac:spMkLst>
        </pc:spChg>
        <pc:spChg chg="del">
          <ac:chgData name="劉伃茗" userId="4f9bf0dd-d04c-4d61-9e35-a4c898c7323f" providerId="ADAL" clId="{3BCE0AA0-1606-4AF5-AF30-A323801D7379}" dt="2023-04-01T14:16:06.323" v="1705" actId="478"/>
          <ac:spMkLst>
            <pc:docMk/>
            <pc:sldMk cId="3472398311" sldId="260"/>
            <ac:spMk id="24" creationId="{B9798046-C5F4-4302-BB43-80BE6BB89F8A}"/>
          </ac:spMkLst>
        </pc:spChg>
        <pc:spChg chg="del">
          <ac:chgData name="劉伃茗" userId="4f9bf0dd-d04c-4d61-9e35-a4c898c7323f" providerId="ADAL" clId="{3BCE0AA0-1606-4AF5-AF30-A323801D7379}" dt="2023-04-01T14:16:06.323" v="1705" actId="478"/>
          <ac:spMkLst>
            <pc:docMk/>
            <pc:sldMk cId="3472398311" sldId="260"/>
            <ac:spMk id="27" creationId="{2F42B623-CA66-4CD2-B479-F515F05A2178}"/>
          </ac:spMkLst>
        </pc:spChg>
        <pc:spChg chg="del mod">
          <ac:chgData name="劉伃茗" userId="4f9bf0dd-d04c-4d61-9e35-a4c898c7323f" providerId="ADAL" clId="{3BCE0AA0-1606-4AF5-AF30-A323801D7379}" dt="2023-04-01T15:28:27.942" v="3579" actId="478"/>
          <ac:spMkLst>
            <pc:docMk/>
            <pc:sldMk cId="3472398311" sldId="260"/>
            <ac:spMk id="28" creationId="{15062E69-82CB-4BFF-9A74-787263DC68E7}"/>
          </ac:spMkLst>
        </pc:spChg>
        <pc:picChg chg="add mod">
          <ac:chgData name="劉伃茗" userId="4f9bf0dd-d04c-4d61-9e35-a4c898c7323f" providerId="ADAL" clId="{3BCE0AA0-1606-4AF5-AF30-A323801D7379}" dt="2023-04-01T15:17:04.742" v="2812" actId="1076"/>
          <ac:picMkLst>
            <pc:docMk/>
            <pc:sldMk cId="3472398311" sldId="260"/>
            <ac:picMk id="2" creationId="{83F3C1BE-B7B3-4E31-A268-BE27CA2138F4}"/>
          </ac:picMkLst>
        </pc:picChg>
        <pc:picChg chg="add mod">
          <ac:chgData name="劉伃茗" userId="4f9bf0dd-d04c-4d61-9e35-a4c898c7323f" providerId="ADAL" clId="{3BCE0AA0-1606-4AF5-AF30-A323801D7379}" dt="2023-04-01T15:19:57.572" v="3077" actId="14100"/>
          <ac:picMkLst>
            <pc:docMk/>
            <pc:sldMk cId="3472398311" sldId="260"/>
            <ac:picMk id="3" creationId="{2883C0D3-9582-4373-83ED-0F683A619C2C}"/>
          </ac:picMkLst>
        </pc:picChg>
        <pc:picChg chg="add mod">
          <ac:chgData name="劉伃茗" userId="4f9bf0dd-d04c-4d61-9e35-a4c898c7323f" providerId="ADAL" clId="{3BCE0AA0-1606-4AF5-AF30-A323801D7379}" dt="2023-04-01T15:24:17.912" v="3356" actId="1076"/>
          <ac:picMkLst>
            <pc:docMk/>
            <pc:sldMk cId="3472398311" sldId="260"/>
            <ac:picMk id="4" creationId="{38C6734E-231A-4797-8D0F-FDB120BA8731}"/>
          </ac:picMkLst>
        </pc:picChg>
        <pc:picChg chg="add mod">
          <ac:chgData name="劉伃茗" userId="4f9bf0dd-d04c-4d61-9e35-a4c898c7323f" providerId="ADAL" clId="{3BCE0AA0-1606-4AF5-AF30-A323801D7379}" dt="2023-04-01T15:24:47.740" v="3361" actId="14100"/>
          <ac:picMkLst>
            <pc:docMk/>
            <pc:sldMk cId="3472398311" sldId="260"/>
            <ac:picMk id="5" creationId="{8BD0323F-7171-4BA5-900E-3FB57CC2939C}"/>
          </ac:picMkLst>
        </pc:picChg>
        <pc:picChg chg="add mod">
          <ac:chgData name="劉伃茗" userId="4f9bf0dd-d04c-4d61-9e35-a4c898c7323f" providerId="ADAL" clId="{3BCE0AA0-1606-4AF5-AF30-A323801D7379}" dt="2023-04-01T15:33:25.881" v="3702" actId="14100"/>
          <ac:picMkLst>
            <pc:docMk/>
            <pc:sldMk cId="3472398311" sldId="260"/>
            <ac:picMk id="6" creationId="{171A1E13-1AA5-4F4B-94F6-1670EA10E219}"/>
          </ac:picMkLst>
        </pc:picChg>
        <pc:picChg chg="add mod">
          <ac:chgData name="劉伃茗" userId="4f9bf0dd-d04c-4d61-9e35-a4c898c7323f" providerId="ADAL" clId="{3BCE0AA0-1606-4AF5-AF30-A323801D7379}" dt="2023-04-01T15:16:36.096" v="2808" actId="1076"/>
          <ac:picMkLst>
            <pc:docMk/>
            <pc:sldMk cId="3472398311" sldId="260"/>
            <ac:picMk id="9" creationId="{0D8F20F1-FD1D-4BE1-97C8-A0EAD5C20D00}"/>
          </ac:picMkLst>
        </pc:picChg>
        <pc:picChg chg="del">
          <ac:chgData name="劉伃茗" userId="4f9bf0dd-d04c-4d61-9e35-a4c898c7323f" providerId="ADAL" clId="{3BCE0AA0-1606-4AF5-AF30-A323801D7379}" dt="2023-04-01T14:16:06.323" v="1705" actId="478"/>
          <ac:picMkLst>
            <pc:docMk/>
            <pc:sldMk cId="3472398311" sldId="260"/>
            <ac:picMk id="1028" creationId="{57CC265D-072D-4829-9E72-D0EF3785ABB3}"/>
          </ac:picMkLst>
        </pc:picChg>
      </pc:sldChg>
      <pc:sldChg chg="addSp delSp modSp add">
        <pc:chgData name="劉伃茗" userId="4f9bf0dd-d04c-4d61-9e35-a4c898c7323f" providerId="ADAL" clId="{3BCE0AA0-1606-4AF5-AF30-A323801D7379}" dt="2023-04-01T16:10:22.214" v="5419" actId="1038"/>
        <pc:sldMkLst>
          <pc:docMk/>
          <pc:sldMk cId="3066655441" sldId="261"/>
        </pc:sldMkLst>
        <pc:spChg chg="add mod">
          <ac:chgData name="劉伃茗" userId="4f9bf0dd-d04c-4d61-9e35-a4c898c7323f" providerId="ADAL" clId="{3BCE0AA0-1606-4AF5-AF30-A323801D7379}" dt="2023-04-01T15:40:29.662" v="4396" actId="20577"/>
          <ac:spMkLst>
            <pc:docMk/>
            <pc:sldMk cId="3066655441" sldId="261"/>
            <ac:spMk id="6" creationId="{1ADA1487-79D6-4C75-8154-7B31F0FF2EE1}"/>
          </ac:spMkLst>
        </pc:spChg>
        <pc:spChg chg="add mod">
          <ac:chgData name="劉伃茗" userId="4f9bf0dd-d04c-4d61-9e35-a4c898c7323f" providerId="ADAL" clId="{3BCE0AA0-1606-4AF5-AF30-A323801D7379}" dt="2023-04-01T16:04:58.552" v="5288" actId="20577"/>
          <ac:spMkLst>
            <pc:docMk/>
            <pc:sldMk cId="3066655441" sldId="261"/>
            <ac:spMk id="7" creationId="{AB67A381-1845-402B-8C3E-479448A7BE4F}"/>
          </ac:spMkLst>
        </pc:spChg>
        <pc:spChg chg="add mod">
          <ac:chgData name="劉伃茗" userId="4f9bf0dd-d04c-4d61-9e35-a4c898c7323f" providerId="ADAL" clId="{3BCE0AA0-1606-4AF5-AF30-A323801D7379}" dt="2023-04-01T16:10:22.214" v="5419" actId="1038"/>
          <ac:spMkLst>
            <pc:docMk/>
            <pc:sldMk cId="3066655441" sldId="261"/>
            <ac:spMk id="8" creationId="{BB3A470D-B184-450C-B4B4-E7BAF411682B}"/>
          </ac:spMkLst>
        </pc:spChg>
        <pc:spChg chg="add mod">
          <ac:chgData name="劉伃茗" userId="4f9bf0dd-d04c-4d61-9e35-a4c898c7323f" providerId="ADAL" clId="{3BCE0AA0-1606-4AF5-AF30-A323801D7379}" dt="2023-04-01T16:09:59.947" v="5416" actId="20577"/>
          <ac:spMkLst>
            <pc:docMk/>
            <pc:sldMk cId="3066655441" sldId="261"/>
            <ac:spMk id="13" creationId="{1C08CD14-1769-4E9E-B0D0-64393A9A9D5B}"/>
          </ac:spMkLst>
        </pc:spChg>
        <pc:spChg chg="del">
          <ac:chgData name="劉伃茗" userId="4f9bf0dd-d04c-4d61-9e35-a4c898c7323f" providerId="ADAL" clId="{3BCE0AA0-1606-4AF5-AF30-A323801D7379}" dt="2023-04-01T15:39:39.642" v="4357" actId="478"/>
          <ac:spMkLst>
            <pc:docMk/>
            <pc:sldMk cId="3066655441" sldId="261"/>
            <ac:spMk id="16" creationId="{03B3F1E1-7F46-4B53-933C-FC36C9BEB622}"/>
          </ac:spMkLst>
        </pc:spChg>
        <pc:spChg chg="del">
          <ac:chgData name="劉伃茗" userId="4f9bf0dd-d04c-4d61-9e35-a4c898c7323f" providerId="ADAL" clId="{3BCE0AA0-1606-4AF5-AF30-A323801D7379}" dt="2023-04-01T15:39:39.642" v="4357" actId="478"/>
          <ac:spMkLst>
            <pc:docMk/>
            <pc:sldMk cId="3066655441" sldId="261"/>
            <ac:spMk id="28" creationId="{15062E69-82CB-4BFF-9A74-787263DC68E7}"/>
          </ac:spMkLst>
        </pc:spChg>
        <pc:picChg chg="add del mod">
          <ac:chgData name="劉伃茗" userId="4f9bf0dd-d04c-4d61-9e35-a4c898c7323f" providerId="ADAL" clId="{3BCE0AA0-1606-4AF5-AF30-A323801D7379}" dt="2023-04-01T16:05:32.431" v="5302" actId="1076"/>
          <ac:picMkLst>
            <pc:docMk/>
            <pc:sldMk cId="3066655441" sldId="261"/>
            <ac:picMk id="2" creationId="{16620D11-3565-4FF2-81BE-B7C225E95B08}"/>
          </ac:picMkLst>
        </pc:picChg>
        <pc:picChg chg="add mod">
          <ac:chgData name="劉伃茗" userId="4f9bf0dd-d04c-4d61-9e35-a4c898c7323f" providerId="ADAL" clId="{3BCE0AA0-1606-4AF5-AF30-A323801D7379}" dt="2023-04-01T16:05:32.431" v="5302" actId="1076"/>
          <ac:picMkLst>
            <pc:docMk/>
            <pc:sldMk cId="3066655441" sldId="261"/>
            <ac:picMk id="3" creationId="{DAB97A8A-3C69-487F-8922-FF68851C17E7}"/>
          </ac:picMkLst>
        </pc:picChg>
        <pc:picChg chg="add mod">
          <ac:chgData name="劉伃茗" userId="4f9bf0dd-d04c-4d61-9e35-a4c898c7323f" providerId="ADAL" clId="{3BCE0AA0-1606-4AF5-AF30-A323801D7379}" dt="2023-04-01T16:10:08.160" v="5417" actId="1076"/>
          <ac:picMkLst>
            <pc:docMk/>
            <pc:sldMk cId="3066655441" sldId="261"/>
            <ac:picMk id="4" creationId="{953377B3-1F27-429A-AEFB-5F0E101486F6}"/>
          </ac:picMkLst>
        </pc:picChg>
        <pc:picChg chg="add mod">
          <ac:chgData name="劉伃茗" userId="4f9bf0dd-d04c-4d61-9e35-a4c898c7323f" providerId="ADAL" clId="{3BCE0AA0-1606-4AF5-AF30-A323801D7379}" dt="2023-04-01T16:10:08.160" v="5417" actId="1076"/>
          <ac:picMkLst>
            <pc:docMk/>
            <pc:sldMk cId="3066655441" sldId="261"/>
            <ac:picMk id="9" creationId="{EA742D2C-F2DB-4FA7-9108-E8187E47C173}"/>
          </ac:picMkLst>
        </pc:picChg>
        <pc:cxnChg chg="add mod">
          <ac:chgData name="劉伃茗" userId="4f9bf0dd-d04c-4d61-9e35-a4c898c7323f" providerId="ADAL" clId="{3BCE0AA0-1606-4AF5-AF30-A323801D7379}" dt="2023-04-01T15:39:55.833" v="4360" actId="1076"/>
          <ac:cxnSpMkLst>
            <pc:docMk/>
            <pc:sldMk cId="3066655441" sldId="261"/>
            <ac:cxnSpMk id="5" creationId="{AAC816F8-B441-4886-B687-EDF3F0B0716B}"/>
          </ac:cxnSpMkLst>
        </pc:cxnChg>
      </pc:sldChg>
      <pc:sldChg chg="addSp delSp modSp add">
        <pc:chgData name="劉伃茗" userId="4f9bf0dd-d04c-4d61-9e35-a4c898c7323f" providerId="ADAL" clId="{3BCE0AA0-1606-4AF5-AF30-A323801D7379}" dt="2023-04-02T01:45:10.519" v="7726" actId="20577"/>
        <pc:sldMkLst>
          <pc:docMk/>
          <pc:sldMk cId="44927009" sldId="262"/>
        </pc:sldMkLst>
        <pc:spChg chg="add mod">
          <ac:chgData name="劉伃茗" userId="4f9bf0dd-d04c-4d61-9e35-a4c898c7323f" providerId="ADAL" clId="{3BCE0AA0-1606-4AF5-AF30-A323801D7379}" dt="2023-04-01T16:40:04.724" v="6997" actId="20577"/>
          <ac:spMkLst>
            <pc:docMk/>
            <pc:sldMk cId="44927009" sldId="262"/>
            <ac:spMk id="8" creationId="{F0E46888-01A7-45B4-AEF8-90E34DDA541B}"/>
          </ac:spMkLst>
        </pc:spChg>
        <pc:spChg chg="add mod">
          <ac:chgData name="劉伃茗" userId="4f9bf0dd-d04c-4d61-9e35-a4c898c7323f" providerId="ADAL" clId="{3BCE0AA0-1606-4AF5-AF30-A323801D7379}" dt="2023-04-01T16:41:22.325" v="7058" actId="20577"/>
          <ac:spMkLst>
            <pc:docMk/>
            <pc:sldMk cId="44927009" sldId="262"/>
            <ac:spMk id="9" creationId="{E62A88E3-F431-4C81-9B3D-E081EE8B11AB}"/>
          </ac:spMkLst>
        </pc:spChg>
        <pc:spChg chg="add mod">
          <ac:chgData name="劉伃茗" userId="4f9bf0dd-d04c-4d61-9e35-a4c898c7323f" providerId="ADAL" clId="{3BCE0AA0-1606-4AF5-AF30-A323801D7379}" dt="2023-04-02T01:39:56.492" v="7436" actId="20577"/>
          <ac:spMkLst>
            <pc:docMk/>
            <pc:sldMk cId="44927009" sldId="262"/>
            <ac:spMk id="11" creationId="{2FD04174-63E2-4BD4-BB36-50C86316837A}"/>
          </ac:spMkLst>
        </pc:spChg>
        <pc:spChg chg="add mod">
          <ac:chgData name="劉伃茗" userId="4f9bf0dd-d04c-4d61-9e35-a4c898c7323f" providerId="ADAL" clId="{3BCE0AA0-1606-4AF5-AF30-A323801D7379}" dt="2023-04-02T01:40:55.843" v="7560" actId="20577"/>
          <ac:spMkLst>
            <pc:docMk/>
            <pc:sldMk cId="44927009" sldId="262"/>
            <ac:spMk id="13" creationId="{3D87CA80-13A1-4557-B629-08441A2F27CA}"/>
          </ac:spMkLst>
        </pc:spChg>
        <pc:spChg chg="add mod">
          <ac:chgData name="劉伃茗" userId="4f9bf0dd-d04c-4d61-9e35-a4c898c7323f" providerId="ADAL" clId="{3BCE0AA0-1606-4AF5-AF30-A323801D7379}" dt="2023-04-02T01:45:10.519" v="7726" actId="20577"/>
          <ac:spMkLst>
            <pc:docMk/>
            <pc:sldMk cId="44927009" sldId="262"/>
            <ac:spMk id="15" creationId="{DEBDBD10-6C89-41CF-A32E-DEFAB701F0D7}"/>
          </ac:spMkLst>
        </pc:spChg>
        <pc:spChg chg="del">
          <ac:chgData name="劉伃茗" userId="4f9bf0dd-d04c-4d61-9e35-a4c898c7323f" providerId="ADAL" clId="{3BCE0AA0-1606-4AF5-AF30-A323801D7379}" dt="2023-04-01T16:34:31.431" v="6887" actId="478"/>
          <ac:spMkLst>
            <pc:docMk/>
            <pc:sldMk cId="44927009" sldId="262"/>
            <ac:spMk id="16" creationId="{03B3F1E1-7F46-4B53-933C-FC36C9BEB622}"/>
          </ac:spMkLst>
        </pc:spChg>
        <pc:spChg chg="del">
          <ac:chgData name="劉伃茗" userId="4f9bf0dd-d04c-4d61-9e35-a4c898c7323f" providerId="ADAL" clId="{3BCE0AA0-1606-4AF5-AF30-A323801D7379}" dt="2023-04-01T16:34:31.431" v="6887" actId="478"/>
          <ac:spMkLst>
            <pc:docMk/>
            <pc:sldMk cId="44927009" sldId="262"/>
            <ac:spMk id="28" creationId="{15062E69-82CB-4BFF-9A74-787263DC68E7}"/>
          </ac:spMkLst>
        </pc:spChg>
        <pc:picChg chg="add del mod">
          <ac:chgData name="劉伃茗" userId="4f9bf0dd-d04c-4d61-9e35-a4c898c7323f" providerId="ADAL" clId="{3BCE0AA0-1606-4AF5-AF30-A323801D7379}" dt="2023-04-01T16:38:53.179" v="6892" actId="478"/>
          <ac:picMkLst>
            <pc:docMk/>
            <pc:sldMk cId="44927009" sldId="262"/>
            <ac:picMk id="2" creationId="{6B536D99-5658-4508-9879-A6F4F7F8784F}"/>
          </ac:picMkLst>
        </pc:picChg>
        <pc:picChg chg="add mod">
          <ac:chgData name="劉伃茗" userId="4f9bf0dd-d04c-4d61-9e35-a4c898c7323f" providerId="ADAL" clId="{3BCE0AA0-1606-4AF5-AF30-A323801D7379}" dt="2023-04-01T16:38:59.194" v="6896" actId="1076"/>
          <ac:picMkLst>
            <pc:docMk/>
            <pc:sldMk cId="44927009" sldId="262"/>
            <ac:picMk id="3" creationId="{0DED5DAB-B1AA-4ADB-A747-C8D922A3FBB0}"/>
          </ac:picMkLst>
        </pc:picChg>
        <pc:picChg chg="add mod">
          <ac:chgData name="劉伃茗" userId="4f9bf0dd-d04c-4d61-9e35-a4c898c7323f" providerId="ADAL" clId="{3BCE0AA0-1606-4AF5-AF30-A323801D7379}" dt="2023-04-02T01:36:55.217" v="7063" actId="14100"/>
          <ac:picMkLst>
            <pc:docMk/>
            <pc:sldMk cId="44927009" sldId="262"/>
            <ac:picMk id="4" creationId="{A3BCA039-9309-4201-BA2E-C70D2D26CCBA}"/>
          </ac:picMkLst>
        </pc:picChg>
        <pc:picChg chg="add mod">
          <ac:chgData name="劉伃茗" userId="4f9bf0dd-d04c-4d61-9e35-a4c898c7323f" providerId="ADAL" clId="{3BCE0AA0-1606-4AF5-AF30-A323801D7379}" dt="2023-04-02T01:40:13.347" v="7438" actId="1076"/>
          <ac:picMkLst>
            <pc:docMk/>
            <pc:sldMk cId="44927009" sldId="262"/>
            <ac:picMk id="5" creationId="{7FF615EF-104C-4714-8DB2-6C3489EF8C6C}"/>
          </ac:picMkLst>
        </pc:picChg>
        <pc:picChg chg="add mod modCrop">
          <ac:chgData name="劉伃茗" userId="4f9bf0dd-d04c-4d61-9e35-a4c898c7323f" providerId="ADAL" clId="{3BCE0AA0-1606-4AF5-AF30-A323801D7379}" dt="2023-04-02T01:43:11.580" v="7569" actId="1035"/>
          <ac:picMkLst>
            <pc:docMk/>
            <pc:sldMk cId="44927009" sldId="262"/>
            <ac:picMk id="6" creationId="{6FAEC775-998F-4006-90EE-0FE1DB34AD2B}"/>
          </ac:picMkLst>
        </pc:picChg>
        <pc:cxnChg chg="add mod">
          <ac:chgData name="劉伃茗" userId="4f9bf0dd-d04c-4d61-9e35-a4c898c7323f" providerId="ADAL" clId="{3BCE0AA0-1606-4AF5-AF30-A323801D7379}" dt="2023-04-01T16:39:49.438" v="6975" actId="1076"/>
          <ac:cxnSpMkLst>
            <pc:docMk/>
            <pc:sldMk cId="44927009" sldId="262"/>
            <ac:cxnSpMk id="7" creationId="{BB5CE39A-8EC1-4953-8E29-271C7E2702BE}"/>
          </ac:cxnSpMkLst>
        </pc:cxnChg>
      </pc:sldChg>
      <pc:sldChg chg="modSp add">
        <pc:chgData name="劉伃茗" userId="4f9bf0dd-d04c-4d61-9e35-a4c898c7323f" providerId="ADAL" clId="{3BCE0AA0-1606-4AF5-AF30-A323801D7379}" dt="2023-04-01T16:19:00.267" v="5885" actId="20577"/>
        <pc:sldMkLst>
          <pc:docMk/>
          <pc:sldMk cId="3513875191" sldId="263"/>
        </pc:sldMkLst>
        <pc:spChg chg="mod">
          <ac:chgData name="劉伃茗" userId="4f9bf0dd-d04c-4d61-9e35-a4c898c7323f" providerId="ADAL" clId="{3BCE0AA0-1606-4AF5-AF30-A323801D7379}" dt="2023-04-01T14:16:38.193" v="1736" actId="1076"/>
          <ac:spMkLst>
            <pc:docMk/>
            <pc:sldMk cId="3513875191" sldId="263"/>
            <ac:spMk id="16" creationId="{03B3F1E1-7F46-4B53-933C-FC36C9BEB622}"/>
          </ac:spMkLst>
        </pc:spChg>
        <pc:spChg chg="mod">
          <ac:chgData name="劉伃茗" userId="4f9bf0dd-d04c-4d61-9e35-a4c898c7323f" providerId="ADAL" clId="{3BCE0AA0-1606-4AF5-AF30-A323801D7379}" dt="2023-04-01T16:19:00.267" v="5885" actId="20577"/>
          <ac:spMkLst>
            <pc:docMk/>
            <pc:sldMk cId="3513875191" sldId="263"/>
            <ac:spMk id="28" creationId="{15062E69-82CB-4BFF-9A74-787263DC68E7}"/>
          </ac:spMkLst>
        </pc:spChg>
      </pc:sldChg>
      <pc:sldChg chg="addSp delSp modSp add">
        <pc:chgData name="劉伃茗" userId="4f9bf0dd-d04c-4d61-9e35-a4c898c7323f" providerId="ADAL" clId="{3BCE0AA0-1606-4AF5-AF30-A323801D7379}" dt="2023-04-01T16:30:31.188" v="6669" actId="20577"/>
        <pc:sldMkLst>
          <pc:docMk/>
          <pc:sldMk cId="3109215489" sldId="264"/>
        </pc:sldMkLst>
        <pc:spChg chg="mod">
          <ac:chgData name="劉伃茗" userId="4f9bf0dd-d04c-4d61-9e35-a4c898c7323f" providerId="ADAL" clId="{3BCE0AA0-1606-4AF5-AF30-A323801D7379}" dt="2023-04-01T16:12:32.153" v="5454" actId="20577"/>
          <ac:spMkLst>
            <pc:docMk/>
            <pc:sldMk cId="3109215489" sldId="264"/>
            <ac:spMk id="6" creationId="{1ADA1487-79D6-4C75-8154-7B31F0FF2EE1}"/>
          </ac:spMkLst>
        </pc:spChg>
        <pc:spChg chg="mod">
          <ac:chgData name="劉伃茗" userId="4f9bf0dd-d04c-4d61-9e35-a4c898c7323f" providerId="ADAL" clId="{3BCE0AA0-1606-4AF5-AF30-A323801D7379}" dt="2023-04-01T16:22:57.744" v="6124" actId="123"/>
          <ac:spMkLst>
            <pc:docMk/>
            <pc:sldMk cId="3109215489" sldId="264"/>
            <ac:spMk id="7" creationId="{AB67A381-1845-402B-8C3E-479448A7BE4F}"/>
          </ac:spMkLst>
        </pc:spChg>
        <pc:spChg chg="del">
          <ac:chgData name="劉伃茗" userId="4f9bf0dd-d04c-4d61-9e35-a4c898c7323f" providerId="ADAL" clId="{3BCE0AA0-1606-4AF5-AF30-A323801D7379}" dt="2023-04-01T16:13:02.385" v="5455" actId="478"/>
          <ac:spMkLst>
            <pc:docMk/>
            <pc:sldMk cId="3109215489" sldId="264"/>
            <ac:spMk id="8" creationId="{BB3A470D-B184-450C-B4B4-E7BAF411682B}"/>
          </ac:spMkLst>
        </pc:spChg>
        <pc:spChg chg="del">
          <ac:chgData name="劉伃茗" userId="4f9bf0dd-d04c-4d61-9e35-a4c898c7323f" providerId="ADAL" clId="{3BCE0AA0-1606-4AF5-AF30-A323801D7379}" dt="2023-04-01T16:22:49.724" v="6123" actId="478"/>
          <ac:spMkLst>
            <pc:docMk/>
            <pc:sldMk cId="3109215489" sldId="264"/>
            <ac:spMk id="13" creationId="{1C08CD14-1769-4E9E-B0D0-64393A9A9D5B}"/>
          </ac:spMkLst>
        </pc:spChg>
        <pc:spChg chg="add mod">
          <ac:chgData name="劉伃茗" userId="4f9bf0dd-d04c-4d61-9e35-a4c898c7323f" providerId="ADAL" clId="{3BCE0AA0-1606-4AF5-AF30-A323801D7379}" dt="2023-04-01T16:19:31.255" v="5890" actId="20577"/>
          <ac:spMkLst>
            <pc:docMk/>
            <pc:sldMk cId="3109215489" sldId="264"/>
            <ac:spMk id="15" creationId="{69DAD354-CACD-491C-B8AC-95D22BABD0C1}"/>
          </ac:spMkLst>
        </pc:spChg>
        <pc:spChg chg="add mod">
          <ac:chgData name="劉伃茗" userId="4f9bf0dd-d04c-4d61-9e35-a4c898c7323f" providerId="ADAL" clId="{3BCE0AA0-1606-4AF5-AF30-A323801D7379}" dt="2023-04-01T16:24:58.656" v="6142" actId="20577"/>
          <ac:spMkLst>
            <pc:docMk/>
            <pc:sldMk cId="3109215489" sldId="264"/>
            <ac:spMk id="16" creationId="{B5ED98E0-2163-43BF-8D52-E14C13BE0F0A}"/>
          </ac:spMkLst>
        </pc:spChg>
        <pc:spChg chg="add mod">
          <ac:chgData name="劉伃茗" userId="4f9bf0dd-d04c-4d61-9e35-a4c898c7323f" providerId="ADAL" clId="{3BCE0AA0-1606-4AF5-AF30-A323801D7379}" dt="2023-04-01T16:30:31.188" v="6669" actId="20577"/>
          <ac:spMkLst>
            <pc:docMk/>
            <pc:sldMk cId="3109215489" sldId="264"/>
            <ac:spMk id="18" creationId="{C1EB6FD5-D821-46D2-A655-859DA8D74B03}"/>
          </ac:spMkLst>
        </pc:spChg>
        <pc:picChg chg="del">
          <ac:chgData name="劉伃茗" userId="4f9bf0dd-d04c-4d61-9e35-a4c898c7323f" providerId="ADAL" clId="{3BCE0AA0-1606-4AF5-AF30-A323801D7379}" dt="2023-04-01T16:13:02.385" v="5455" actId="478"/>
          <ac:picMkLst>
            <pc:docMk/>
            <pc:sldMk cId="3109215489" sldId="264"/>
            <ac:picMk id="2" creationId="{16620D11-3565-4FF2-81BE-B7C225E95B08}"/>
          </ac:picMkLst>
        </pc:picChg>
        <pc:picChg chg="del">
          <ac:chgData name="劉伃茗" userId="4f9bf0dd-d04c-4d61-9e35-a4c898c7323f" providerId="ADAL" clId="{3BCE0AA0-1606-4AF5-AF30-A323801D7379}" dt="2023-04-01T16:18:35.596" v="5879" actId="478"/>
          <ac:picMkLst>
            <pc:docMk/>
            <pc:sldMk cId="3109215489" sldId="264"/>
            <ac:picMk id="3" creationId="{DAB97A8A-3C69-487F-8922-FF68851C17E7}"/>
          </ac:picMkLst>
        </pc:picChg>
        <pc:picChg chg="del">
          <ac:chgData name="劉伃茗" userId="4f9bf0dd-d04c-4d61-9e35-a4c898c7323f" providerId="ADAL" clId="{3BCE0AA0-1606-4AF5-AF30-A323801D7379}" dt="2023-04-01T16:18:35.596" v="5879" actId="478"/>
          <ac:picMkLst>
            <pc:docMk/>
            <pc:sldMk cId="3109215489" sldId="264"/>
            <ac:picMk id="4" creationId="{953377B3-1F27-429A-AEFB-5F0E101486F6}"/>
          </ac:picMkLst>
        </pc:picChg>
        <pc:picChg chg="del">
          <ac:chgData name="劉伃茗" userId="4f9bf0dd-d04c-4d61-9e35-a4c898c7323f" providerId="ADAL" clId="{3BCE0AA0-1606-4AF5-AF30-A323801D7379}" dt="2023-04-01T16:18:35.596" v="5879" actId="478"/>
          <ac:picMkLst>
            <pc:docMk/>
            <pc:sldMk cId="3109215489" sldId="264"/>
            <ac:picMk id="9" creationId="{EA742D2C-F2DB-4FA7-9108-E8187E47C173}"/>
          </ac:picMkLst>
        </pc:picChg>
        <pc:picChg chg="add mod">
          <ac:chgData name="劉伃茗" userId="4f9bf0dd-d04c-4d61-9e35-a4c898c7323f" providerId="ADAL" clId="{3BCE0AA0-1606-4AF5-AF30-A323801D7379}" dt="2023-04-01T16:18:28.542" v="5878" actId="1076"/>
          <ac:picMkLst>
            <pc:docMk/>
            <pc:sldMk cId="3109215489" sldId="264"/>
            <ac:picMk id="11" creationId="{80AA9EE1-3456-4297-9B52-A15BEAAC7406}"/>
          </ac:picMkLst>
        </pc:picChg>
        <pc:picChg chg="add mod">
          <ac:chgData name="劉伃茗" userId="4f9bf0dd-d04c-4d61-9e35-a4c898c7323f" providerId="ADAL" clId="{3BCE0AA0-1606-4AF5-AF30-A323801D7379}" dt="2023-04-01T16:19:51.044" v="5893" actId="1076"/>
          <ac:picMkLst>
            <pc:docMk/>
            <pc:sldMk cId="3109215489" sldId="264"/>
            <ac:picMk id="12" creationId="{39B59095-BEF5-4EA5-9C72-405A26CCFFE3}"/>
          </ac:picMkLst>
        </pc:picChg>
        <pc:picChg chg="add mod">
          <ac:chgData name="劉伃茗" userId="4f9bf0dd-d04c-4d61-9e35-a4c898c7323f" providerId="ADAL" clId="{3BCE0AA0-1606-4AF5-AF30-A323801D7379}" dt="2023-04-01T16:24:02.292" v="6133" actId="1035"/>
          <ac:picMkLst>
            <pc:docMk/>
            <pc:sldMk cId="3109215489" sldId="264"/>
            <ac:picMk id="17" creationId="{F8AC5555-7E6A-4E41-BF0A-DB6731277365}"/>
          </ac:picMkLst>
        </pc:picChg>
        <pc:cxnChg chg="add mod">
          <ac:chgData name="劉伃茗" userId="4f9bf0dd-d04c-4d61-9e35-a4c898c7323f" providerId="ADAL" clId="{3BCE0AA0-1606-4AF5-AF30-A323801D7379}" dt="2023-04-01T16:18:45.669" v="5880" actId="571"/>
          <ac:cxnSpMkLst>
            <pc:docMk/>
            <pc:sldMk cId="3109215489" sldId="264"/>
            <ac:cxnSpMk id="14" creationId="{0D2FD759-E1A4-4BEE-A8D9-88832524D361}"/>
          </ac:cxnSpMkLst>
        </pc:cxnChg>
      </pc:sldChg>
      <pc:sldChg chg="addSp delSp modSp add">
        <pc:chgData name="劉伃茗" userId="4f9bf0dd-d04c-4d61-9e35-a4c898c7323f" providerId="ADAL" clId="{3BCE0AA0-1606-4AF5-AF30-A323801D7379}" dt="2023-04-01T16:39:24.542" v="6973" actId="20577"/>
        <pc:sldMkLst>
          <pc:docMk/>
          <pc:sldMk cId="3825354048" sldId="265"/>
        </pc:sldMkLst>
        <pc:spChg chg="mod">
          <ac:chgData name="劉伃茗" userId="4f9bf0dd-d04c-4d61-9e35-a4c898c7323f" providerId="ADAL" clId="{3BCE0AA0-1606-4AF5-AF30-A323801D7379}" dt="2023-04-01T16:25:29.008" v="6151" actId="20577"/>
          <ac:spMkLst>
            <pc:docMk/>
            <pc:sldMk cId="3825354048" sldId="265"/>
            <ac:spMk id="6" creationId="{1ADA1487-79D6-4C75-8154-7B31F0FF2EE1}"/>
          </ac:spMkLst>
        </pc:spChg>
        <pc:spChg chg="mod">
          <ac:chgData name="劉伃茗" userId="4f9bf0dd-d04c-4d61-9e35-a4c898c7323f" providerId="ADAL" clId="{3BCE0AA0-1606-4AF5-AF30-A323801D7379}" dt="2023-04-01T16:26:21.066" v="6271" actId="20577"/>
          <ac:spMkLst>
            <pc:docMk/>
            <pc:sldMk cId="3825354048" sldId="265"/>
            <ac:spMk id="7" creationId="{AB67A381-1845-402B-8C3E-479448A7BE4F}"/>
          </ac:spMkLst>
        </pc:spChg>
        <pc:spChg chg="mod">
          <ac:chgData name="劉伃茗" userId="4f9bf0dd-d04c-4d61-9e35-a4c898c7323f" providerId="ADAL" clId="{3BCE0AA0-1606-4AF5-AF30-A323801D7379}" dt="2023-04-01T16:27:33.509" v="6294" actId="20577"/>
          <ac:spMkLst>
            <pc:docMk/>
            <pc:sldMk cId="3825354048" sldId="265"/>
            <ac:spMk id="15" creationId="{69DAD354-CACD-491C-B8AC-95D22BABD0C1}"/>
          </ac:spMkLst>
        </pc:spChg>
        <pc:spChg chg="del mod">
          <ac:chgData name="劉伃茗" userId="4f9bf0dd-d04c-4d61-9e35-a4c898c7323f" providerId="ADAL" clId="{3BCE0AA0-1606-4AF5-AF30-A323801D7379}" dt="2023-04-01T16:27:54.350" v="6298" actId="478"/>
          <ac:spMkLst>
            <pc:docMk/>
            <pc:sldMk cId="3825354048" sldId="265"/>
            <ac:spMk id="16" creationId="{B5ED98E0-2163-43BF-8D52-E14C13BE0F0A}"/>
          </ac:spMkLst>
        </pc:spChg>
        <pc:spChg chg="add mod">
          <ac:chgData name="劉伃茗" userId="4f9bf0dd-d04c-4d61-9e35-a4c898c7323f" providerId="ADAL" clId="{3BCE0AA0-1606-4AF5-AF30-A323801D7379}" dt="2023-04-01T16:28:57.431" v="6469" actId="20577"/>
          <ac:spMkLst>
            <pc:docMk/>
            <pc:sldMk cId="3825354048" sldId="265"/>
            <ac:spMk id="18" creationId="{0FE27C0C-CD3A-4FC6-A398-F6095C8089F7}"/>
          </ac:spMkLst>
        </pc:spChg>
        <pc:spChg chg="add mod">
          <ac:chgData name="劉伃茗" userId="4f9bf0dd-d04c-4d61-9e35-a4c898c7323f" providerId="ADAL" clId="{3BCE0AA0-1606-4AF5-AF30-A323801D7379}" dt="2023-04-01T16:31:24.170" v="6689" actId="20577"/>
          <ac:spMkLst>
            <pc:docMk/>
            <pc:sldMk cId="3825354048" sldId="265"/>
            <ac:spMk id="20" creationId="{0CAA1D50-54F9-4863-BC34-16100FC92FD4}"/>
          </ac:spMkLst>
        </pc:spChg>
        <pc:spChg chg="add mod">
          <ac:chgData name="劉伃茗" userId="4f9bf0dd-d04c-4d61-9e35-a4c898c7323f" providerId="ADAL" clId="{3BCE0AA0-1606-4AF5-AF30-A323801D7379}" dt="2023-04-01T16:39:24.542" v="6973" actId="20577"/>
          <ac:spMkLst>
            <pc:docMk/>
            <pc:sldMk cId="3825354048" sldId="265"/>
            <ac:spMk id="21" creationId="{A9FC2DB4-8D47-4B3B-B49C-AA0EE54B0D48}"/>
          </ac:spMkLst>
        </pc:spChg>
        <pc:picChg chg="add mod">
          <ac:chgData name="劉伃茗" userId="4f9bf0dd-d04c-4d61-9e35-a4c898c7323f" providerId="ADAL" clId="{3BCE0AA0-1606-4AF5-AF30-A323801D7379}" dt="2023-04-01T16:26:56.330" v="6282" actId="1076"/>
          <ac:picMkLst>
            <pc:docMk/>
            <pc:sldMk cId="3825354048" sldId="265"/>
            <ac:picMk id="2" creationId="{8DDB97D6-2CEF-4668-BEB5-3AF2F609C5C6}"/>
          </ac:picMkLst>
        </pc:picChg>
        <pc:picChg chg="add mod">
          <ac:chgData name="劉伃茗" userId="4f9bf0dd-d04c-4d61-9e35-a4c898c7323f" providerId="ADAL" clId="{3BCE0AA0-1606-4AF5-AF30-A323801D7379}" dt="2023-04-01T16:29:10.594" v="6476" actId="1035"/>
          <ac:picMkLst>
            <pc:docMk/>
            <pc:sldMk cId="3825354048" sldId="265"/>
            <ac:picMk id="3" creationId="{9E733159-54DD-4263-8AF4-46962D26EBF4}"/>
          </ac:picMkLst>
        </pc:picChg>
        <pc:picChg chg="add mod modCrop">
          <ac:chgData name="劉伃茗" userId="4f9bf0dd-d04c-4d61-9e35-a4c898c7323f" providerId="ADAL" clId="{3BCE0AA0-1606-4AF5-AF30-A323801D7379}" dt="2023-04-01T16:32:04.693" v="6697" actId="1076"/>
          <ac:picMkLst>
            <pc:docMk/>
            <pc:sldMk cId="3825354048" sldId="265"/>
            <ac:picMk id="4" creationId="{D743B060-E57C-4177-8E36-D37C4311DC1F}"/>
          </ac:picMkLst>
        </pc:picChg>
        <pc:picChg chg="del">
          <ac:chgData name="劉伃茗" userId="4f9bf0dd-d04c-4d61-9e35-a4c898c7323f" providerId="ADAL" clId="{3BCE0AA0-1606-4AF5-AF30-A323801D7379}" dt="2023-04-01T16:26:23.938" v="6272" actId="478"/>
          <ac:picMkLst>
            <pc:docMk/>
            <pc:sldMk cId="3825354048" sldId="265"/>
            <ac:picMk id="11" creationId="{80AA9EE1-3456-4297-9B52-A15BEAAC7406}"/>
          </ac:picMkLst>
        </pc:picChg>
        <pc:picChg chg="del">
          <ac:chgData name="劉伃茗" userId="4f9bf0dd-d04c-4d61-9e35-a4c898c7323f" providerId="ADAL" clId="{3BCE0AA0-1606-4AF5-AF30-A323801D7379}" dt="2023-04-01T16:26:46.724" v="6277" actId="478"/>
          <ac:picMkLst>
            <pc:docMk/>
            <pc:sldMk cId="3825354048" sldId="265"/>
            <ac:picMk id="12" creationId="{39B59095-BEF5-4EA5-9C72-405A26CCFFE3}"/>
          </ac:picMkLst>
        </pc:picChg>
        <pc:picChg chg="del">
          <ac:chgData name="劉伃茗" userId="4f9bf0dd-d04c-4d61-9e35-a4c898c7323f" providerId="ADAL" clId="{3BCE0AA0-1606-4AF5-AF30-A323801D7379}" dt="2023-04-01T16:26:47.238" v="6278" actId="478"/>
          <ac:picMkLst>
            <pc:docMk/>
            <pc:sldMk cId="3825354048" sldId="265"/>
            <ac:picMk id="17" creationId="{F8AC5555-7E6A-4E41-BF0A-DB6731277365}"/>
          </ac:picMkLst>
        </pc:picChg>
        <pc:cxnChg chg="mod">
          <ac:chgData name="劉伃茗" userId="4f9bf0dd-d04c-4d61-9e35-a4c898c7323f" providerId="ADAL" clId="{3BCE0AA0-1606-4AF5-AF30-A323801D7379}" dt="2023-04-01T16:27:24.548" v="6284" actId="1076"/>
          <ac:cxnSpMkLst>
            <pc:docMk/>
            <pc:sldMk cId="3825354048" sldId="265"/>
            <ac:cxnSpMk id="14" creationId="{0D2FD759-E1A4-4BEE-A8D9-88832524D361}"/>
          </ac:cxnSpMkLst>
        </pc:cxnChg>
        <pc:cxnChg chg="add mod">
          <ac:chgData name="劉伃茗" userId="4f9bf0dd-d04c-4d61-9e35-a4c898c7323f" providerId="ADAL" clId="{3BCE0AA0-1606-4AF5-AF30-A323801D7379}" dt="2023-04-01T16:31:08.362" v="6670" actId="571"/>
          <ac:cxnSpMkLst>
            <pc:docMk/>
            <pc:sldMk cId="3825354048" sldId="265"/>
            <ac:cxnSpMk id="19" creationId="{B8EB55BD-9A55-4FE3-A715-76F24635C340}"/>
          </ac:cxnSpMkLst>
        </pc:cxnChg>
      </pc:sldChg>
      <pc:sldMasterChg chg="setBg modSldLayout">
        <pc:chgData name="劉伃茗" userId="4f9bf0dd-d04c-4d61-9e35-a4c898c7323f" providerId="ADAL" clId="{3BCE0AA0-1606-4AF5-AF30-A323801D7379}" dt="2023-04-01T13:54:04.719" v="1137"/>
        <pc:sldMasterMkLst>
          <pc:docMk/>
          <pc:sldMasterMk cId="3727620834" sldId="2147483660"/>
        </pc:sldMasterMkLst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1237363209" sldId="2147483661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469830140" sldId="2147483662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1837792098" sldId="2147483663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3346660689" sldId="2147483664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3255257595" sldId="2147483665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571039623" sldId="2147483666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4113827331" sldId="2147483667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3651682400" sldId="2147483668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1084101330" sldId="2147483669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3620696519" sldId="2147483670"/>
          </pc:sldLayoutMkLst>
        </pc:sldLayoutChg>
        <pc:sldLayoutChg chg="setBg">
          <pc:chgData name="劉伃茗" userId="4f9bf0dd-d04c-4d61-9e35-a4c898c7323f" providerId="ADAL" clId="{3BCE0AA0-1606-4AF5-AF30-A323801D7379}" dt="2023-04-01T13:54:04.719" v="1137"/>
          <pc:sldLayoutMkLst>
            <pc:docMk/>
            <pc:sldMasterMk cId="3727620834" sldId="2147483660"/>
            <pc:sldLayoutMk cId="200814682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E83CE-573C-46DC-8CFC-47E7ADD981DA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EED06-B9AB-495C-98B1-1D4CC23413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257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EED06-B9AB-495C-98B1-1D4CC234131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7656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EED06-B9AB-495C-98B1-1D4CC234131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344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EED06-B9AB-495C-98B1-1D4CC234131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104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EED06-B9AB-495C-98B1-1D4CC234131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0697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EED06-B9AB-495C-98B1-1D4CC234131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330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EED06-B9AB-495C-98B1-1D4CC234131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473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EED06-B9AB-495C-98B1-1D4CC234131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749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EED06-B9AB-495C-98B1-1D4CC234131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958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36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830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79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66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525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103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382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68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410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069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8146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9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0DA36-C719-4344-890E-8C2161FA985C}" type="datetimeFigureOut">
              <a:rPr lang="zh-TW" altLang="en-US" smtClean="0"/>
              <a:t>2023/4/1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94CBF-3E63-4195-BDDB-7297EBEFB0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62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github/yenlung/Deep-Learning-Basics/blob/master/colab02c%20%E7%94%A8%E9%81%B7%E7%A7%BB%E5%AD%B8%E7%BF%92%E6%89%93%E9%80%A0%E5%85%AB%E5%93%A5%E8%BE%A8%E8%AD%98AI.ipynb#scrollTo=xi7FwyUhNLbD" TargetMode="External"/><Relationship Id="rId3" Type="http://schemas.openxmlformats.org/officeDocument/2006/relationships/hyperlink" Target="https://keras.io/api/applications/" TargetMode="External"/><Relationship Id="rId7" Type="http://schemas.openxmlformats.org/officeDocument/2006/relationships/hyperlink" Target="https://blog.csdn.net/moyu123456789/article/details/83444140" TargetMode="External"/><Relationship Id="rId12" Type="http://schemas.openxmlformats.org/officeDocument/2006/relationships/hyperlink" Target="https://blog.csdn.net/yunfeather/article/details/10646175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eras.io/zh/models/model/" TargetMode="External"/><Relationship Id="rId11" Type="http://schemas.openxmlformats.org/officeDocument/2006/relationships/hyperlink" Target="https://medium.com/ching-i/%E5%8D%B7%E7%A9%8D%E7%A5%9E%E7%B6%93%E7%B6%B2%E7%B5%A1-cnn-%E7%B6%93%E5%85%B8%E6%A8%A1%E5%9E%8B-lenet-alexnet-vgg-nin-with-pytorch-code-84462d6cf60c" TargetMode="External"/><Relationship Id="rId5" Type="http://schemas.openxmlformats.org/officeDocument/2006/relationships/hyperlink" Target="https://www.youtube.com/@play_data" TargetMode="External"/><Relationship Id="rId10" Type="http://schemas.openxmlformats.org/officeDocument/2006/relationships/hyperlink" Target="https://blog.csdn.net/weixin_44520259/article/details/89917026" TargetMode="External"/><Relationship Id="rId4" Type="http://schemas.openxmlformats.org/officeDocument/2006/relationships/hyperlink" Target="https://ithelp.ithome.com.tw/articles/10235805" TargetMode="External"/><Relationship Id="rId9" Type="http://schemas.openxmlformats.org/officeDocument/2006/relationships/hyperlink" Target="https://weikaiwei.com/python/ml-confusion-matri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FF6E296-30F4-48FB-B504-A341FBE13903}"/>
              </a:ext>
            </a:extLst>
          </p:cNvPr>
          <p:cNvSpPr/>
          <p:nvPr/>
        </p:nvSpPr>
        <p:spPr>
          <a:xfrm>
            <a:off x="0" y="0"/>
            <a:ext cx="6858000" cy="1720850"/>
          </a:xfrm>
          <a:prstGeom prst="rect">
            <a:avLst/>
          </a:prstGeom>
          <a:solidFill>
            <a:srgbClr val="2E414D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442553-CC81-4D11-AD03-466FE1B54F1C}"/>
              </a:ext>
            </a:extLst>
          </p:cNvPr>
          <p:cNvSpPr/>
          <p:nvPr/>
        </p:nvSpPr>
        <p:spPr>
          <a:xfrm>
            <a:off x="660400" y="412750"/>
            <a:ext cx="6292850" cy="895350"/>
          </a:xfrm>
          <a:prstGeom prst="rect">
            <a:avLst/>
          </a:prstGeom>
          <a:noFill/>
          <a:ln w="38100">
            <a:solidFill>
              <a:srgbClr val="F1F9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1CF973-9AF7-4737-8578-D1F83F3036B0}"/>
              </a:ext>
            </a:extLst>
          </p:cNvPr>
          <p:cNvCxnSpPr>
            <a:cxnSpLocks/>
          </p:cNvCxnSpPr>
          <p:nvPr/>
        </p:nvCxnSpPr>
        <p:spPr>
          <a:xfrm>
            <a:off x="317500" y="412750"/>
            <a:ext cx="0" cy="895350"/>
          </a:xfrm>
          <a:prstGeom prst="line">
            <a:avLst/>
          </a:prstGeom>
          <a:ln w="38100">
            <a:solidFill>
              <a:srgbClr val="F1F9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811116E-8799-4FC8-9F0E-C03C0AE3DD3B}"/>
              </a:ext>
            </a:extLst>
          </p:cNvPr>
          <p:cNvSpPr txBox="1"/>
          <p:nvPr/>
        </p:nvSpPr>
        <p:spPr>
          <a:xfrm>
            <a:off x="730251" y="506482"/>
            <a:ext cx="6502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MidTerm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  <a:r>
              <a:rPr lang="zh-TW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endParaRPr lang="en-US" altLang="zh-TW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 bolt, </a:t>
            </a:r>
            <a:r>
              <a:rPr lang="en-US" altLang="zh-TW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locatingpin</a:t>
            </a:r>
            <a:r>
              <a:rPr lang="en-US" altLang="zh-TW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nut and washer </a:t>
            </a:r>
            <a:endParaRPr lang="zh-TW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5A7CFAA-E971-4066-BDEE-95121C9DA003}"/>
              </a:ext>
            </a:extLst>
          </p:cNvPr>
          <p:cNvSpPr txBox="1"/>
          <p:nvPr/>
        </p:nvSpPr>
        <p:spPr>
          <a:xfrm>
            <a:off x="4318001" y="1345198"/>
            <a:ext cx="6502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chemeClr val="bg1"/>
                </a:solidFill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大氣</a:t>
            </a:r>
            <a:r>
              <a:rPr lang="en-US" altLang="zh-TW" sz="1600" b="1" dirty="0">
                <a:solidFill>
                  <a:schemeClr val="bg1"/>
                </a:solidFill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4A 108601505 </a:t>
            </a:r>
            <a:r>
              <a:rPr lang="zh-TW" altLang="en-US" sz="1600" b="1" dirty="0">
                <a:solidFill>
                  <a:schemeClr val="bg1"/>
                </a:solidFill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劉伃茗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7B387B0-6B90-45DE-96AF-FA64E1360B3E}"/>
              </a:ext>
            </a:extLst>
          </p:cNvPr>
          <p:cNvSpPr txBox="1"/>
          <p:nvPr/>
        </p:nvSpPr>
        <p:spPr>
          <a:xfrm>
            <a:off x="63500" y="1814582"/>
            <a:ext cx="615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一、</a:t>
            </a:r>
            <a:r>
              <a:rPr lang="en-US" altLang="zh-TW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Loss</a:t>
            </a:r>
            <a:r>
              <a:rPr lang="zh-TW" altLang="en-US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Accuracy of train and validation data</a:t>
            </a:r>
            <a:endParaRPr lang="zh-TW" altLang="en-US" b="1" dirty="0">
              <a:latin typeface="Times New Roman" panose="02020603050405020304" pitchFamily="18" charset="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3B3F1E1-7F46-4B53-933C-FC36C9BEB622}"/>
              </a:ext>
            </a:extLst>
          </p:cNvPr>
          <p:cNvSpPr txBox="1"/>
          <p:nvPr/>
        </p:nvSpPr>
        <p:spPr>
          <a:xfrm>
            <a:off x="63500" y="5047282"/>
            <a:ext cx="615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二、</a:t>
            </a:r>
            <a:r>
              <a:rPr lang="en-US" altLang="zh-TW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Loss</a:t>
            </a:r>
            <a:r>
              <a:rPr lang="zh-TW" altLang="en-US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Accuracy of test data</a:t>
            </a:r>
            <a:endParaRPr lang="zh-TW" altLang="en-US" b="1" dirty="0">
              <a:latin typeface="Times New Roman" panose="02020603050405020304" pitchFamily="18" charset="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ACA5A4F0-F2E0-4251-89B0-51977718EBC3}"/>
              </a:ext>
            </a:extLst>
          </p:cNvPr>
          <p:cNvGrpSpPr/>
          <p:nvPr/>
        </p:nvGrpSpPr>
        <p:grpSpPr>
          <a:xfrm>
            <a:off x="88900" y="2290832"/>
            <a:ext cx="6688545" cy="2628000"/>
            <a:chOff x="63500" y="2336516"/>
            <a:chExt cx="6688545" cy="2628000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9DF60CE2-97D9-475D-8D78-1532AA572B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52"/>
            <a:stretch/>
          </p:blipFill>
          <p:spPr>
            <a:xfrm>
              <a:off x="3477622" y="2336516"/>
              <a:ext cx="3274423" cy="2628000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2EBDE30C-8528-45DA-82CB-717298B434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52"/>
            <a:stretch/>
          </p:blipFill>
          <p:spPr>
            <a:xfrm>
              <a:off x="63500" y="2336516"/>
              <a:ext cx="3274423" cy="2628000"/>
            </a:xfrm>
            <a:prstGeom prst="rect">
              <a:avLst/>
            </a:prstGeom>
          </p:spPr>
        </p:pic>
      </p:grp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D6422CB3-8CDE-4988-A7B4-B6E1104C5CE1}"/>
              </a:ext>
            </a:extLst>
          </p:cNvPr>
          <p:cNvCxnSpPr>
            <a:cxnSpLocks/>
          </p:cNvCxnSpPr>
          <p:nvPr/>
        </p:nvCxnSpPr>
        <p:spPr>
          <a:xfrm flipH="1">
            <a:off x="1592761" y="3740150"/>
            <a:ext cx="120650" cy="5524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BE4B9E2-32D5-45A7-B617-34E36D9D31EC}"/>
              </a:ext>
            </a:extLst>
          </p:cNvPr>
          <p:cNvSpPr txBox="1"/>
          <p:nvPr/>
        </p:nvSpPr>
        <p:spPr>
          <a:xfrm>
            <a:off x="1164589" y="2963902"/>
            <a:ext cx="1436189" cy="738664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從這裡開始</a:t>
            </a:r>
            <a:r>
              <a:rPr lang="en-US" altLang="zh-TW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loss of validation</a:t>
            </a:r>
            <a:r>
              <a:rPr lang="zh-TW" altLang="en-US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開始反彈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5FD270D-0DA1-4351-AFE4-945EF76A36B5}"/>
              </a:ext>
            </a:extLst>
          </p:cNvPr>
          <p:cNvSpPr txBox="1"/>
          <p:nvPr/>
        </p:nvSpPr>
        <p:spPr>
          <a:xfrm>
            <a:off x="4439012" y="3183766"/>
            <a:ext cx="2143761" cy="954107"/>
          </a:xfrm>
          <a:prstGeom prst="rect">
            <a:avLst/>
          </a:prstGeom>
          <a:solidFill>
            <a:schemeClr val="bg1">
              <a:alpha val="53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Accuracy of validation</a:t>
            </a:r>
            <a:r>
              <a:rPr lang="zh-TW" altLang="en-US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最終約在</a:t>
            </a:r>
            <a:r>
              <a:rPr lang="en-US" altLang="zh-TW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0.90</a:t>
            </a:r>
            <a:r>
              <a:rPr lang="zh-TW" altLang="en-US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附近</a:t>
            </a:r>
            <a:endParaRPr lang="en-US" altLang="zh-TW" sz="1400" b="1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Accuracy</a:t>
            </a:r>
            <a:r>
              <a:rPr lang="zh-TW" altLang="en-US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of train</a:t>
            </a:r>
            <a:r>
              <a:rPr lang="zh-TW" altLang="en-US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則在訓練約</a:t>
            </a:r>
            <a:r>
              <a:rPr lang="en-US" altLang="zh-TW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1400" b="1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次後完全正確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092BA1F-B566-4595-B503-21E614D36C02}"/>
              </a:ext>
            </a:extLst>
          </p:cNvPr>
          <p:cNvSpPr txBox="1"/>
          <p:nvPr/>
        </p:nvSpPr>
        <p:spPr>
          <a:xfrm>
            <a:off x="286748" y="5999099"/>
            <a:ext cx="6153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最終測試值其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Accuracy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Loss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，另有混淆矩陣與數據分析呈現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6F836A86-EB5F-440A-A65F-FF556F3F1A9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27" b="5773"/>
          <a:stretch/>
        </p:blipFill>
        <p:spPr>
          <a:xfrm>
            <a:off x="179793" y="6297025"/>
            <a:ext cx="6450301" cy="297034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7CC265D-072D-4829-9E72-D0EF3785A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193" y="5984438"/>
            <a:ext cx="2970349" cy="2970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字方塊 35">
            <a:extLst>
              <a:ext uri="{FF2B5EF4-FFF2-40B4-BE49-F238E27FC236}">
                <a16:creationId xmlns:a16="http://schemas.microsoft.com/office/drawing/2014/main" id="{0416AD01-6F96-4934-AEBB-C1081AF498D0}"/>
              </a:ext>
            </a:extLst>
          </p:cNvPr>
          <p:cNvSpPr txBox="1"/>
          <p:nvPr/>
        </p:nvSpPr>
        <p:spPr>
          <a:xfrm>
            <a:off x="167094" y="9302390"/>
            <a:ext cx="4933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0:bolt, 1:locatingpin, 2:nut, 3:washer</a:t>
            </a:r>
            <a:endParaRPr lang="zh-TW" altLang="en-US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278FFDF3-4292-416B-8111-16CD1610F4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793" y="5438816"/>
            <a:ext cx="6402980" cy="49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91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1CF973-9AF7-4737-8578-D1F83F3036B0}"/>
              </a:ext>
            </a:extLst>
          </p:cNvPr>
          <p:cNvCxnSpPr>
            <a:cxnSpLocks/>
          </p:cNvCxnSpPr>
          <p:nvPr/>
        </p:nvCxnSpPr>
        <p:spPr>
          <a:xfrm>
            <a:off x="317500" y="412750"/>
            <a:ext cx="0" cy="895350"/>
          </a:xfrm>
          <a:prstGeom prst="line">
            <a:avLst/>
          </a:prstGeom>
          <a:ln w="38100">
            <a:solidFill>
              <a:srgbClr val="F1F9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3B3F1E1-7F46-4B53-933C-FC36C9BEB622}"/>
              </a:ext>
            </a:extLst>
          </p:cNvPr>
          <p:cNvSpPr txBox="1"/>
          <p:nvPr/>
        </p:nvSpPr>
        <p:spPr>
          <a:xfrm>
            <a:off x="63500" y="3907975"/>
            <a:ext cx="615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三、</a:t>
            </a:r>
            <a:r>
              <a:rPr lang="zh-TW" altLang="en-US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期末專題實作過程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7CC265D-072D-4829-9E72-D0EF3785A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8" y="147691"/>
            <a:ext cx="3332109" cy="333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325462B6-8545-4D60-8C09-773F72967FA4}"/>
              </a:ext>
            </a:extLst>
          </p:cNvPr>
          <p:cNvSpPr/>
          <p:nvPr/>
        </p:nvSpPr>
        <p:spPr>
          <a:xfrm>
            <a:off x="3429000" y="147691"/>
            <a:ext cx="3261906" cy="2119371"/>
          </a:xfrm>
          <a:prstGeom prst="rect">
            <a:avLst/>
          </a:prstGeom>
          <a:noFill/>
          <a:ln>
            <a:solidFill>
              <a:srgbClr val="2E41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9798046-C5F4-4302-BB43-80BE6BB89F8A}"/>
                  </a:ext>
                </a:extLst>
              </p:cNvPr>
              <p:cNvSpPr txBox="1"/>
              <p:nvPr/>
            </p:nvSpPr>
            <p:spPr>
              <a:xfrm>
                <a:off x="3480710" y="216175"/>
                <a:ext cx="3149053" cy="2038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TW" altLang="en-US" sz="1600" dirty="0">
                    <a:latin typeface="華康儷楷書" panose="03000509000000000000" pitchFamily="65" charset="-120"/>
                    <a:ea typeface="華康儷楷書" panose="03000509000000000000" pitchFamily="65" charset="-120"/>
                    <a:cs typeface="Times New Roman" panose="02020603050405020304" pitchFamily="18" charset="0"/>
                  </a:rPr>
                  <a:t>前頁各分析分別代表：</a:t>
                </a:r>
                <a:endParaRPr lang="en-US" altLang="zh-TW" sz="1600" dirty="0">
                  <a:latin typeface="華康儷楷書" panose="03000509000000000000" pitchFamily="65" charset="-120"/>
                  <a:ea typeface="華康儷楷書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US" altLang="zh-TW" sz="1600" dirty="0">
                    <a:latin typeface="華康儷楷書" panose="03000509000000000000" pitchFamily="65" charset="-120"/>
                    <a:ea typeface="華康儷楷書" panose="03000509000000000000" pitchFamily="65" charset="-120"/>
                    <a:cs typeface="Times New Roman" panose="02020603050405020304" pitchFamily="18" charset="0"/>
                  </a:rPr>
                  <a:t>Precision:</a:t>
                </a:r>
                <a:r>
                  <a:rPr lang="zh-TW" altLang="en-US" sz="1600" dirty="0">
                    <a:latin typeface="華康儷楷書" panose="03000509000000000000" pitchFamily="65" charset="-120"/>
                    <a:ea typeface="華康儷楷書" panose="03000509000000000000" pitchFamily="65" charset="-120"/>
                    <a:cs typeface="Times New Roman" panose="02020603050405020304" pitchFamily="18" charset="0"/>
                  </a:rPr>
                  <a:t>精確率就是所有預測正例中，真實也是正例的比率。</a:t>
                </a:r>
                <a:endParaRPr lang="en-US" altLang="zh-TW" sz="1600" dirty="0">
                  <a:latin typeface="華康儷楷書" panose="03000509000000000000" pitchFamily="65" charset="-120"/>
                  <a:ea typeface="華康儷楷書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US" altLang="zh-TW" sz="1600" dirty="0">
                    <a:latin typeface="華康儷楷書" panose="03000509000000000000" pitchFamily="65" charset="-120"/>
                    <a:ea typeface="華康儷楷書" panose="03000509000000000000" pitchFamily="65" charset="-120"/>
                    <a:cs typeface="Times New Roman" panose="02020603050405020304" pitchFamily="18" charset="0"/>
                  </a:rPr>
                  <a:t>Recall:</a:t>
                </a:r>
                <a:r>
                  <a:rPr lang="zh-TW" altLang="en-US" sz="1600" dirty="0">
                    <a:latin typeface="華康儷楷書" panose="03000509000000000000" pitchFamily="65" charset="-120"/>
                    <a:ea typeface="華康儷楷書" panose="03000509000000000000" pitchFamily="65" charset="-120"/>
                    <a:cs typeface="Times New Roman" panose="02020603050405020304" pitchFamily="18" charset="0"/>
                  </a:rPr>
                  <a:t>所有正例中，預測也為正例的比率。</a:t>
                </a:r>
                <a:endParaRPr lang="en-US" altLang="zh-TW" sz="1600" dirty="0">
                  <a:latin typeface="華康儷楷書" panose="03000509000000000000" pitchFamily="65" charset="-120"/>
                  <a:ea typeface="華康儷楷書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ü"/>
                </a:pPr>
                <a:r>
                  <a:rPr lang="en-US" altLang="zh-TW" sz="1600" dirty="0">
                    <a:latin typeface="華康儷楷書" panose="03000509000000000000" pitchFamily="65" charset="-120"/>
                    <a:ea typeface="華康儷楷書" panose="03000509000000000000" pitchFamily="65" charset="-120"/>
                    <a:cs typeface="Times New Roman" panose="02020603050405020304" pitchFamily="18" charset="0"/>
                  </a:rPr>
                  <a:t>F1-score: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  <a:ea typeface="華康儷楷書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華康儷楷書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f>
                          <m:fPr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ea typeface="華康儷楷書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華康儷楷書" panose="03000509000000000000" pitchFamily="65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華康儷楷書" panose="03000509000000000000" pitchFamily="65" charset="-120"/>
                                <a:cs typeface="Times New Roman" panose="02020603050405020304" pitchFamily="18" charset="0"/>
                              </a:rPr>
                              <m:t>𝑝𝑟𝑒𝑐𝑖𝑠𝑖𝑜𝑛</m:t>
                            </m:r>
                          </m:den>
                        </m:f>
                        <m:r>
                          <a:rPr lang="en-US" altLang="zh-TW" sz="1600" b="0" i="1" smtClean="0">
                            <a:latin typeface="Cambria Math" panose="02040503050406030204" pitchFamily="18" charset="0"/>
                            <a:ea typeface="華康儷楷書" panose="03000509000000000000" pitchFamily="65" charset="-12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TW" sz="1600" b="0" i="1" smtClean="0">
                                <a:latin typeface="Cambria Math" panose="02040503050406030204" pitchFamily="18" charset="0"/>
                                <a:ea typeface="華康儷楷書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華康儷楷書" panose="03000509000000000000" pitchFamily="65" charset="-12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華康儷楷書" panose="03000509000000000000" pitchFamily="65" charset="-120"/>
                                <a:cs typeface="Times New Roman" panose="02020603050405020304" pitchFamily="18" charset="0"/>
                              </a:rPr>
                              <m:t>𝑟𝑒𝑐𝑎𝑙𝑙</m:t>
                            </m:r>
                          </m:den>
                        </m:f>
                      </m:den>
                    </m:f>
                  </m:oMath>
                </a14:m>
                <a:endParaRPr lang="en-US" altLang="zh-TW" sz="1600" dirty="0">
                  <a:latin typeface="華康儷楷書" panose="03000509000000000000" pitchFamily="65" charset="-120"/>
                  <a:ea typeface="華康儷楷書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B9798046-C5F4-4302-BB43-80BE6BB89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710" y="216175"/>
                <a:ext cx="3149053" cy="2038187"/>
              </a:xfrm>
              <a:prstGeom prst="rect">
                <a:avLst/>
              </a:prstGeom>
              <a:blipFill>
                <a:blip r:embed="rId4"/>
                <a:stretch>
                  <a:fillRect l="-1161" t="-896" r="-7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2F42B623-CA66-4CD2-B479-F515F05A2178}"/>
              </a:ext>
            </a:extLst>
          </p:cNvPr>
          <p:cNvSpPr txBox="1"/>
          <p:nvPr/>
        </p:nvSpPr>
        <p:spPr>
          <a:xfrm>
            <a:off x="3429000" y="2291096"/>
            <a:ext cx="32619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可以分辨出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bolt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locatingpin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的預測精確度與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Recall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值較差，左圖的混淆矩陣也可看出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bolt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有較多的預測錯誤，將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bolt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預測為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locatingpin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2D14463-C097-43EF-9717-C9F01D12D4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629" b="66442"/>
          <a:stretch/>
        </p:blipFill>
        <p:spPr>
          <a:xfrm>
            <a:off x="167217" y="4395394"/>
            <a:ext cx="6066367" cy="1595414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D59263C6-90C4-4AAB-97DA-C74A9C106E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36" t="67843" r="44890" b="1882"/>
          <a:stretch/>
        </p:blipFill>
        <p:spPr>
          <a:xfrm>
            <a:off x="167217" y="6108895"/>
            <a:ext cx="3439584" cy="1439334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D1A4ADB7-6CA7-496E-946F-7F2285CEFBB8}"/>
              </a:ext>
            </a:extLst>
          </p:cNvPr>
          <p:cNvSpPr txBox="1"/>
          <p:nvPr/>
        </p:nvSpPr>
        <p:spPr>
          <a:xfrm>
            <a:off x="3725334" y="6700298"/>
            <a:ext cx="2508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下載資料，並且解壓縮檔案，將其存入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temp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的資料夾。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96556C22-2121-4393-B701-A88DCA1069F1}"/>
              </a:ext>
            </a:extLst>
          </p:cNvPr>
          <p:cNvCxnSpPr>
            <a:cxnSpLocks/>
          </p:cNvCxnSpPr>
          <p:nvPr/>
        </p:nvCxnSpPr>
        <p:spPr>
          <a:xfrm>
            <a:off x="197727" y="7873999"/>
            <a:ext cx="6462546" cy="0"/>
          </a:xfrm>
          <a:prstGeom prst="line">
            <a:avLst/>
          </a:prstGeom>
          <a:ln w="19050">
            <a:solidFill>
              <a:srgbClr val="2E414D"/>
            </a:solidFill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7D9AE2E-7103-4181-B2ED-D873C10F1A5A}"/>
              </a:ext>
            </a:extLst>
          </p:cNvPr>
          <p:cNvSpPr txBox="1"/>
          <p:nvPr/>
        </p:nvSpPr>
        <p:spPr>
          <a:xfrm>
            <a:off x="1468967" y="7920647"/>
            <a:ext cx="3920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資料前處理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含匯入圖片與統一圖片格式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2D655750-F76D-4099-A654-1BF100110A75}"/>
              </a:ext>
            </a:extLst>
          </p:cNvPr>
          <p:cNvSpPr txBox="1"/>
          <p:nvPr/>
        </p:nvSpPr>
        <p:spPr>
          <a:xfrm>
            <a:off x="167217" y="8305848"/>
            <a:ext cx="6523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嘗試使用過兩種方法，一種是最後使用的，透過迴圈與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</a:rPr>
              <a:t>os.listdir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[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列出此資料夾內的所有目錄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]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等指令，讀取資料夾中的圖片，再透過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cv2.imread[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讀取圖片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cv2.cvtcolor[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調整圖片為灰階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cv2.resize[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調整圖片大小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]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，做圖片的前處理，並透過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np.append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指令，將所有圖片放進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image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集合與對應的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label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集合。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322353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1CF973-9AF7-4737-8578-D1F83F3036B0}"/>
              </a:ext>
            </a:extLst>
          </p:cNvPr>
          <p:cNvCxnSpPr>
            <a:cxnSpLocks/>
          </p:cNvCxnSpPr>
          <p:nvPr/>
        </p:nvCxnSpPr>
        <p:spPr>
          <a:xfrm>
            <a:off x="317500" y="412750"/>
            <a:ext cx="0" cy="895350"/>
          </a:xfrm>
          <a:prstGeom prst="line">
            <a:avLst/>
          </a:prstGeom>
          <a:ln w="38100">
            <a:solidFill>
              <a:srgbClr val="F1F9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0D8F20F1-FD1D-4BE1-97C8-A0EAD5C2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75" y="180877"/>
            <a:ext cx="4073249" cy="942112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83F3C1BE-B7B3-4E31-A268-BE27CA213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76" y="1207664"/>
            <a:ext cx="4073249" cy="66461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6DBD3F6-7C4B-41CE-980E-1AA8EAB62897}"/>
              </a:ext>
            </a:extLst>
          </p:cNvPr>
          <p:cNvSpPr txBox="1"/>
          <p:nvPr/>
        </p:nvSpPr>
        <p:spPr>
          <a:xfrm>
            <a:off x="4341515" y="172410"/>
            <a:ext cx="245917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為了後續處理資料方便，將原先的集合轉為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numpy.array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，並設定資料類型分別為浮點數與整數。最後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append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已經跑完迴圈的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image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label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矩陣為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output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矩陣。注意，此處的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output(return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值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會輸出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train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test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兩者，不會放進同一個矩陣。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詳細程式碼見壓縮檔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883C0D3-9582-4373-83ED-0F683A619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74" y="1956956"/>
            <a:ext cx="4075200" cy="97215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8C6734E-231A-4797-8D0F-FDB120BA87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676" y="3173389"/>
            <a:ext cx="6429257" cy="115825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BD0323F-7171-4BA5-900E-3FB57CC29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676" y="4406182"/>
            <a:ext cx="3829991" cy="1476213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98FCC617-1A3A-46EF-B35A-C9D995005F79}"/>
              </a:ext>
            </a:extLst>
          </p:cNvPr>
          <p:cNvSpPr txBox="1"/>
          <p:nvPr/>
        </p:nvSpPr>
        <p:spPr>
          <a:xfrm>
            <a:off x="4113742" y="4805177"/>
            <a:ext cx="25525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透過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load_data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，輸出會使用的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train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test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資料，並進行資料正規化，詳細調整如圖之說明。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FBBF227-6AD3-460A-98C7-489712D460D5}"/>
              </a:ext>
            </a:extLst>
          </p:cNvPr>
          <p:cNvSpPr txBox="1"/>
          <p:nvPr/>
        </p:nvSpPr>
        <p:spPr>
          <a:xfrm>
            <a:off x="198574" y="6122795"/>
            <a:ext cx="6467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第二種方法是透過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tensorflow.keras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圖片資料處理參數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ImageDataGenerator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，直接將資料夾內的圖片輸入。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71A1E13-1AA5-4F4B-94F6-1670EA10E2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3" y="6737298"/>
            <a:ext cx="4436520" cy="1433035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9A73159C-E93B-4DF6-BA83-5C9AC65CC2C6}"/>
              </a:ext>
            </a:extLst>
          </p:cNvPr>
          <p:cNvSpPr txBox="1"/>
          <p:nvPr/>
        </p:nvSpPr>
        <p:spPr>
          <a:xfrm>
            <a:off x="4664293" y="6671535"/>
            <a:ext cx="2068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此參數可直接進入資料夾內做分類，並直接輸出含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label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之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dataset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，也可在參數內進行資料正規化。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C5DACCD-8CA7-4091-AB07-79480D89D281}"/>
              </a:ext>
            </a:extLst>
          </p:cNvPr>
          <p:cNvSpPr txBox="1"/>
          <p:nvPr/>
        </p:nvSpPr>
        <p:spPr>
          <a:xfrm>
            <a:off x="198574" y="8235898"/>
            <a:ext cx="6467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後來沒使用的原因是，這個方法後面無法使用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validation_split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的參數語法，需要事先分割資料為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train &amp; validation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，因此雖然這樣可以使程式碼簡潔，但最後還是使用第一種方法做處理，為後續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model training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能直接透過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validation_split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做資料切割。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39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1CF973-9AF7-4737-8578-D1F83F3036B0}"/>
              </a:ext>
            </a:extLst>
          </p:cNvPr>
          <p:cNvCxnSpPr>
            <a:cxnSpLocks/>
          </p:cNvCxnSpPr>
          <p:nvPr/>
        </p:nvCxnSpPr>
        <p:spPr>
          <a:xfrm>
            <a:off x="317500" y="412750"/>
            <a:ext cx="0" cy="895350"/>
          </a:xfrm>
          <a:prstGeom prst="line">
            <a:avLst/>
          </a:prstGeom>
          <a:ln w="38100">
            <a:solidFill>
              <a:srgbClr val="F1F9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AC816F8-B441-4886-B687-EDF3F0B0716B}"/>
              </a:ext>
            </a:extLst>
          </p:cNvPr>
          <p:cNvCxnSpPr>
            <a:cxnSpLocks/>
          </p:cNvCxnSpPr>
          <p:nvPr/>
        </p:nvCxnSpPr>
        <p:spPr>
          <a:xfrm>
            <a:off x="197727" y="196825"/>
            <a:ext cx="6462546" cy="0"/>
          </a:xfrm>
          <a:prstGeom prst="line">
            <a:avLst/>
          </a:prstGeom>
          <a:ln w="19050">
            <a:solidFill>
              <a:srgbClr val="2E414D"/>
            </a:solidFill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DA1487-79D6-4C75-8154-7B31F0FF2EE1}"/>
              </a:ext>
            </a:extLst>
          </p:cNvPr>
          <p:cNvSpPr txBox="1"/>
          <p:nvPr/>
        </p:nvSpPr>
        <p:spPr>
          <a:xfrm>
            <a:off x="1468967" y="243473"/>
            <a:ext cx="3920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Model Building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67A381-1845-402B-8C3E-479448A7BE4F}"/>
              </a:ext>
            </a:extLst>
          </p:cNvPr>
          <p:cNvSpPr txBox="1"/>
          <p:nvPr/>
        </p:nvSpPr>
        <p:spPr>
          <a:xfrm>
            <a:off x="197726" y="628674"/>
            <a:ext cx="6524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事先搜尋過幾個經典的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CNN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模型後，最後決定採用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VGG16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。訓練層數不算多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電腦不會爆掉的許可範圍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，但能取得不錯的訓練成果。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6620D11-3565-4FF2-81BE-B7C225E95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69" y="1429373"/>
            <a:ext cx="3542400" cy="261227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AB97A8A-3C69-487F-8922-FF68851C1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26" y="4041646"/>
            <a:ext cx="3543143" cy="4067657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953377B3-1F27-429A-AEFB-5F0E10148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399" y="6072197"/>
            <a:ext cx="2982295" cy="113661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B3A470D-B184-450C-B4B4-E7BAF411682B}"/>
              </a:ext>
            </a:extLst>
          </p:cNvPr>
          <p:cNvSpPr/>
          <p:nvPr/>
        </p:nvSpPr>
        <p:spPr>
          <a:xfrm>
            <a:off x="3758300" y="1397873"/>
            <a:ext cx="297692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</a:t>
            </a:r>
            <a:r>
              <a:rPr lang="en-US" altLang="zh-TW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VGGNet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為較深層的網路，特點為重複採用同一組基礎模型，並使用多個小卷積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(3x3)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來取代中大型卷積核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(5x5)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。其中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 Block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為不同數量的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3x3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卷積層與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2x2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的池化層組成。</a:t>
            </a:r>
            <a:r>
              <a:rPr lang="en-US" altLang="zh-TW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VGGNet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有不同的結構，如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VGG11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VGG13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VGG16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等等，差異為網路的層數。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VGG16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主要使用了五個卷積層與三個全連接層，前兩個卷積層內含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個基礎模組，後三個卷積層則含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個基礎模組，總合為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層網路。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A742D2C-F2DB-4FA7-9108-E8187E47C1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6399" y="7302401"/>
            <a:ext cx="2976921" cy="80690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C08CD14-1769-4E9E-B0D0-64393A9A9D5B}"/>
              </a:ext>
            </a:extLst>
          </p:cNvPr>
          <p:cNvSpPr/>
          <p:nvPr/>
        </p:nvSpPr>
        <p:spPr>
          <a:xfrm>
            <a:off x="197726" y="8241096"/>
            <a:ext cx="69650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完整的</a:t>
            </a:r>
            <a:r>
              <a:rPr lang="en-US" altLang="zh-TW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model.summary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資訊可見程式碼詳列。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665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1CF973-9AF7-4737-8578-D1F83F3036B0}"/>
              </a:ext>
            </a:extLst>
          </p:cNvPr>
          <p:cNvCxnSpPr>
            <a:cxnSpLocks/>
          </p:cNvCxnSpPr>
          <p:nvPr/>
        </p:nvCxnSpPr>
        <p:spPr>
          <a:xfrm>
            <a:off x="317500" y="412750"/>
            <a:ext cx="0" cy="895350"/>
          </a:xfrm>
          <a:prstGeom prst="line">
            <a:avLst/>
          </a:prstGeom>
          <a:ln w="38100">
            <a:solidFill>
              <a:srgbClr val="F1F9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AC816F8-B441-4886-B687-EDF3F0B0716B}"/>
              </a:ext>
            </a:extLst>
          </p:cNvPr>
          <p:cNvCxnSpPr>
            <a:cxnSpLocks/>
          </p:cNvCxnSpPr>
          <p:nvPr/>
        </p:nvCxnSpPr>
        <p:spPr>
          <a:xfrm>
            <a:off x="197727" y="196825"/>
            <a:ext cx="6462546" cy="0"/>
          </a:xfrm>
          <a:prstGeom prst="line">
            <a:avLst/>
          </a:prstGeom>
          <a:ln w="19050">
            <a:solidFill>
              <a:srgbClr val="2E414D"/>
            </a:solidFill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DA1487-79D6-4C75-8154-7B31F0FF2EE1}"/>
              </a:ext>
            </a:extLst>
          </p:cNvPr>
          <p:cNvSpPr txBox="1"/>
          <p:nvPr/>
        </p:nvSpPr>
        <p:spPr>
          <a:xfrm>
            <a:off x="1468967" y="243473"/>
            <a:ext cx="3920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Compile the model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67A381-1845-402B-8C3E-479448A7BE4F}"/>
              </a:ext>
            </a:extLst>
          </p:cNvPr>
          <p:cNvSpPr txBox="1"/>
          <p:nvPr/>
        </p:nvSpPr>
        <p:spPr>
          <a:xfrm>
            <a:off x="114429" y="580549"/>
            <a:ext cx="66291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編譯模型，配置訓練方法時，告知訓練時用的優化、損失函數與準確度評估標準。例如準確度除了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”accuracy”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，尚有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sparse_accuracy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sparse_categorical_accuracy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可輸出。損失函數也有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mse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”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等可以輸出。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0AA9EE1-3456-4297-9B52-A15BEAAC7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75" y="1691823"/>
            <a:ext cx="6629145" cy="1892997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D2FD759-E1A4-4BEE-A8D9-88832524D361}"/>
              </a:ext>
            </a:extLst>
          </p:cNvPr>
          <p:cNvCxnSpPr>
            <a:cxnSpLocks/>
          </p:cNvCxnSpPr>
          <p:nvPr/>
        </p:nvCxnSpPr>
        <p:spPr>
          <a:xfrm>
            <a:off x="197727" y="3873675"/>
            <a:ext cx="6462546" cy="0"/>
          </a:xfrm>
          <a:prstGeom prst="line">
            <a:avLst/>
          </a:prstGeom>
          <a:ln w="19050">
            <a:solidFill>
              <a:srgbClr val="2E414D"/>
            </a:solidFill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9DAD354-CACD-491C-B8AC-95D22BABD0C1}"/>
              </a:ext>
            </a:extLst>
          </p:cNvPr>
          <p:cNvSpPr txBox="1"/>
          <p:nvPr/>
        </p:nvSpPr>
        <p:spPr>
          <a:xfrm>
            <a:off x="1468967" y="3920323"/>
            <a:ext cx="3920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Train the model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9B59095-BEF5-4EA5-9C72-405A26CCF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75" y="4438335"/>
            <a:ext cx="4106098" cy="142645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ED98E0-2163-43BF-8D52-E14C13BE0F0A}"/>
              </a:ext>
            </a:extLst>
          </p:cNvPr>
          <p:cNvSpPr txBox="1"/>
          <p:nvPr/>
        </p:nvSpPr>
        <p:spPr>
          <a:xfrm>
            <a:off x="4250273" y="4343298"/>
            <a:ext cx="26077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將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x_train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y_train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丟入模型中進行訓練，次數設置為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次，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validation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設定為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0.2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，即有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20%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x_train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切割為驗證資料。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F8AC5555-7E6A-4E41-BF0A-DB6731277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28" y="6041616"/>
            <a:ext cx="6615515" cy="2213384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C1EB6FD5-D821-46D2-A655-859DA8D74B03}"/>
              </a:ext>
            </a:extLst>
          </p:cNvPr>
          <p:cNvSpPr txBox="1"/>
          <p:nvPr/>
        </p:nvSpPr>
        <p:spPr>
          <a:xfrm>
            <a:off x="114428" y="8416516"/>
            <a:ext cx="6615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注意，訓練時不能放入測試資料，避免測資一起訓練，造成最終分數有高估情形。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215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1CF973-9AF7-4737-8578-D1F83F3036B0}"/>
              </a:ext>
            </a:extLst>
          </p:cNvPr>
          <p:cNvCxnSpPr>
            <a:cxnSpLocks/>
          </p:cNvCxnSpPr>
          <p:nvPr/>
        </p:nvCxnSpPr>
        <p:spPr>
          <a:xfrm>
            <a:off x="317500" y="412750"/>
            <a:ext cx="0" cy="895350"/>
          </a:xfrm>
          <a:prstGeom prst="line">
            <a:avLst/>
          </a:prstGeom>
          <a:ln w="38100">
            <a:solidFill>
              <a:srgbClr val="F1F9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AC816F8-B441-4886-B687-EDF3F0B0716B}"/>
              </a:ext>
            </a:extLst>
          </p:cNvPr>
          <p:cNvCxnSpPr>
            <a:cxnSpLocks/>
          </p:cNvCxnSpPr>
          <p:nvPr/>
        </p:nvCxnSpPr>
        <p:spPr>
          <a:xfrm>
            <a:off x="197727" y="196825"/>
            <a:ext cx="6462546" cy="0"/>
          </a:xfrm>
          <a:prstGeom prst="line">
            <a:avLst/>
          </a:prstGeom>
          <a:ln w="19050">
            <a:solidFill>
              <a:srgbClr val="2E414D"/>
            </a:solidFill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DA1487-79D6-4C75-8154-7B31F0FF2EE1}"/>
              </a:ext>
            </a:extLst>
          </p:cNvPr>
          <p:cNvSpPr txBox="1"/>
          <p:nvPr/>
        </p:nvSpPr>
        <p:spPr>
          <a:xfrm>
            <a:off x="1468967" y="243473"/>
            <a:ext cx="3920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Graph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67A381-1845-402B-8C3E-479448A7BE4F}"/>
              </a:ext>
            </a:extLst>
          </p:cNvPr>
          <p:cNvSpPr txBox="1"/>
          <p:nvPr/>
        </p:nvSpPr>
        <p:spPr>
          <a:xfrm>
            <a:off x="114429" y="580549"/>
            <a:ext cx="6629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透過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matplotlib.plt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來繪製訓練得到的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accuracy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loss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。詳細說明如圖中註解：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D2FD759-E1A4-4BEE-A8D9-88832524D361}"/>
              </a:ext>
            </a:extLst>
          </p:cNvPr>
          <p:cNvCxnSpPr>
            <a:cxnSpLocks/>
          </p:cNvCxnSpPr>
          <p:nvPr/>
        </p:nvCxnSpPr>
        <p:spPr>
          <a:xfrm>
            <a:off x="197727" y="4567798"/>
            <a:ext cx="6462546" cy="0"/>
          </a:xfrm>
          <a:prstGeom prst="line">
            <a:avLst/>
          </a:prstGeom>
          <a:ln w="19050">
            <a:solidFill>
              <a:srgbClr val="2E414D"/>
            </a:solidFill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9DAD354-CACD-491C-B8AC-95D22BABD0C1}"/>
              </a:ext>
            </a:extLst>
          </p:cNvPr>
          <p:cNvSpPr txBox="1"/>
          <p:nvPr/>
        </p:nvSpPr>
        <p:spPr>
          <a:xfrm>
            <a:off x="1468967" y="4614446"/>
            <a:ext cx="3920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Prediction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DDB97D6-2CEF-4668-BEB5-3AF2F609C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05" y="1237462"/>
            <a:ext cx="6113787" cy="293076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9E733159-54DD-4263-8AF4-46962D26E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29" y="5636039"/>
            <a:ext cx="6629142" cy="1682979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0FE27C0C-CD3A-4FC6-A398-F6095C8089F7}"/>
              </a:ext>
            </a:extLst>
          </p:cNvPr>
          <p:cNvSpPr txBox="1"/>
          <p:nvPr/>
        </p:nvSpPr>
        <p:spPr>
          <a:xfrm>
            <a:off x="114429" y="4962192"/>
            <a:ext cx="6629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將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x_test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資料放入模型中預測，並將輸出結果與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y_test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做比對，計算準確度與損失函數。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8EB55BD-9A55-4FE3-A715-76F24635C340}"/>
              </a:ext>
            </a:extLst>
          </p:cNvPr>
          <p:cNvCxnSpPr>
            <a:cxnSpLocks/>
          </p:cNvCxnSpPr>
          <p:nvPr/>
        </p:nvCxnSpPr>
        <p:spPr>
          <a:xfrm>
            <a:off x="197727" y="7579888"/>
            <a:ext cx="6462546" cy="0"/>
          </a:xfrm>
          <a:prstGeom prst="line">
            <a:avLst/>
          </a:prstGeom>
          <a:ln w="19050">
            <a:solidFill>
              <a:srgbClr val="2E414D"/>
            </a:solidFill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CAA1D50-54F9-4863-BC34-16100FC92FD4}"/>
              </a:ext>
            </a:extLst>
          </p:cNvPr>
          <p:cNvSpPr txBox="1"/>
          <p:nvPr/>
        </p:nvSpPr>
        <p:spPr>
          <a:xfrm>
            <a:off x="1468967" y="7626536"/>
            <a:ext cx="3920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Confusion Matrix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743B060-E57C-4177-8E36-D37C4311DC1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61" r="2101"/>
          <a:stretch/>
        </p:blipFill>
        <p:spPr>
          <a:xfrm>
            <a:off x="127131" y="8089255"/>
            <a:ext cx="3301869" cy="1441689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A9FC2DB4-8D47-4B3B-B49C-AA0EE54B0D48}"/>
              </a:ext>
            </a:extLst>
          </p:cNvPr>
          <p:cNvSpPr txBox="1"/>
          <p:nvPr/>
        </p:nvSpPr>
        <p:spPr>
          <a:xfrm>
            <a:off x="3543429" y="8089254"/>
            <a:ext cx="31168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將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y_test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prediction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變為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1D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矩陣，以便放入混淆矩陣的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function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計算，並以視覺化的方式呈現預測結果。完整註解可見程式碼，太長沒有截全圖。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35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1CF973-9AF7-4737-8578-D1F83F3036B0}"/>
              </a:ext>
            </a:extLst>
          </p:cNvPr>
          <p:cNvCxnSpPr>
            <a:cxnSpLocks/>
          </p:cNvCxnSpPr>
          <p:nvPr/>
        </p:nvCxnSpPr>
        <p:spPr>
          <a:xfrm>
            <a:off x="317500" y="412750"/>
            <a:ext cx="0" cy="895350"/>
          </a:xfrm>
          <a:prstGeom prst="line">
            <a:avLst/>
          </a:prstGeom>
          <a:ln w="38100">
            <a:solidFill>
              <a:srgbClr val="F1F9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0DED5DAB-B1AA-4ADB-A747-C8D922A3F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9" y="160599"/>
            <a:ext cx="6635061" cy="2023801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BB5CE39A-8EC1-4953-8E29-271C7E2702BE}"/>
              </a:ext>
            </a:extLst>
          </p:cNvPr>
          <p:cNvCxnSpPr>
            <a:cxnSpLocks/>
          </p:cNvCxnSpPr>
          <p:nvPr/>
        </p:nvCxnSpPr>
        <p:spPr>
          <a:xfrm>
            <a:off x="197727" y="2487188"/>
            <a:ext cx="6462546" cy="0"/>
          </a:xfrm>
          <a:prstGeom prst="line">
            <a:avLst/>
          </a:prstGeom>
          <a:ln w="19050">
            <a:solidFill>
              <a:srgbClr val="2E414D"/>
            </a:solidFill>
          </a:ln>
          <a:effectLst>
            <a:glow rad="63500">
              <a:schemeClr val="accent6">
                <a:lumMod val="60000"/>
                <a:lumOff val="40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F0E46888-01A7-45B4-AEF8-90E34DDA541B}"/>
              </a:ext>
            </a:extLst>
          </p:cNvPr>
          <p:cNvSpPr txBox="1"/>
          <p:nvPr/>
        </p:nvSpPr>
        <p:spPr>
          <a:xfrm>
            <a:off x="1468967" y="2533836"/>
            <a:ext cx="3920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2A88E3-F431-4C81-9B3D-E081EE8B11AB}"/>
              </a:ext>
            </a:extLst>
          </p:cNvPr>
          <p:cNvSpPr txBox="1"/>
          <p:nvPr/>
        </p:nvSpPr>
        <p:spPr>
          <a:xfrm>
            <a:off x="63500" y="2872390"/>
            <a:ext cx="615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四、</a:t>
            </a:r>
            <a:r>
              <a:rPr lang="zh-TW" altLang="en-US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實作過程中額外嘗試－</a:t>
            </a:r>
            <a:r>
              <a:rPr lang="en-US" altLang="zh-TW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Data </a:t>
            </a:r>
            <a:r>
              <a:rPr lang="en-US" altLang="zh-TW" b="1" dirty="0" err="1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Augumentation</a:t>
            </a:r>
            <a:endParaRPr lang="zh-TW" altLang="en-US" b="1" dirty="0">
              <a:latin typeface="Times New Roman" panose="02020603050405020304" pitchFamily="18" charset="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3BCA039-9309-4201-BA2E-C70D2D26C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69" y="3340311"/>
            <a:ext cx="6634800" cy="176687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FD04174-63E2-4BD4-BB36-50C86316837A}"/>
              </a:ext>
            </a:extLst>
          </p:cNvPr>
          <p:cNvSpPr txBox="1"/>
          <p:nvPr/>
        </p:nvSpPr>
        <p:spPr>
          <a:xfrm>
            <a:off x="101729" y="5159633"/>
            <a:ext cx="6629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有嘗試過將原有的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train_data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進行資料翻轉後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水平與垂直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，再丟進去訓練，但最終訓練出來的結果與沒翻轉的結果差不多，推測是資料量不足或是可以再多加旋轉角度進去，讓訓練更加準確。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FF615EF-104C-4714-8DB2-6C3489EF8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43077"/>
            <a:ext cx="6858000" cy="556054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3D87CA80-13A1-4557-B629-08441A2F27CA}"/>
              </a:ext>
            </a:extLst>
          </p:cNvPr>
          <p:cNvSpPr txBox="1"/>
          <p:nvPr/>
        </p:nvSpPr>
        <p:spPr>
          <a:xfrm>
            <a:off x="101729" y="6720733"/>
            <a:ext cx="6629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上圖準確度是有加入資料翻轉後的結果，但感覺上效果不是很好。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FAEC775-998F-4006-90EE-0FE1DB34AD2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26" t="8160" r="1"/>
          <a:stretch/>
        </p:blipFill>
        <p:spPr>
          <a:xfrm>
            <a:off x="31750" y="7235519"/>
            <a:ext cx="6794500" cy="121904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DEBDBD10-6C89-41CF-A32E-DEFAB701F0D7}"/>
              </a:ext>
            </a:extLst>
          </p:cNvPr>
          <p:cNvSpPr txBox="1"/>
          <p:nvPr/>
        </p:nvSpPr>
        <p:spPr>
          <a:xfrm>
            <a:off x="101729" y="8550364"/>
            <a:ext cx="6629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　　這是</a:t>
            </a: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keras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官方給出的各模型檢測數據，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VGG16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最終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validation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訓練數值確實是接近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90%</a:t>
            </a:r>
            <a:r>
              <a:rPr lang="zh-TW" altLang="en-US" sz="160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27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11CF973-9AF7-4737-8578-D1F83F3036B0}"/>
              </a:ext>
            </a:extLst>
          </p:cNvPr>
          <p:cNvCxnSpPr>
            <a:cxnSpLocks/>
          </p:cNvCxnSpPr>
          <p:nvPr/>
        </p:nvCxnSpPr>
        <p:spPr>
          <a:xfrm>
            <a:off x="317500" y="412750"/>
            <a:ext cx="0" cy="895350"/>
          </a:xfrm>
          <a:prstGeom prst="line">
            <a:avLst/>
          </a:prstGeom>
          <a:ln w="38100">
            <a:solidFill>
              <a:srgbClr val="F1F9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3B3F1E1-7F46-4B53-933C-FC36C9BEB622}"/>
              </a:ext>
            </a:extLst>
          </p:cNvPr>
          <p:cNvSpPr txBox="1"/>
          <p:nvPr/>
        </p:nvSpPr>
        <p:spPr>
          <a:xfrm>
            <a:off x="63500" y="43418"/>
            <a:ext cx="615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四、</a:t>
            </a:r>
            <a:r>
              <a:rPr lang="zh-TW" altLang="en-US" b="1" dirty="0">
                <a:latin typeface="Times New Roman" panose="02020603050405020304" pitchFamily="18" charset="0"/>
                <a:ea typeface="華康儷楷書" panose="03000509000000000000" pitchFamily="65" charset="-120"/>
                <a:cs typeface="Times New Roman" panose="02020603050405020304" pitchFamily="18" charset="0"/>
              </a:rPr>
              <a:t>參考資料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5062E69-82CB-4BFF-9A74-787263DC68E7}"/>
              </a:ext>
            </a:extLst>
          </p:cNvPr>
          <p:cNvSpPr txBox="1"/>
          <p:nvPr/>
        </p:nvSpPr>
        <p:spPr>
          <a:xfrm>
            <a:off x="209427" y="568037"/>
            <a:ext cx="6411506" cy="5293757"/>
          </a:xfrm>
          <a:prstGeom prst="rect">
            <a:avLst/>
          </a:prstGeom>
          <a:solidFill>
            <a:srgbClr val="2E414D">
              <a:alpha val="15000"/>
            </a:srgb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 err="1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Stackoverflow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debug</a:t>
            </a: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用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3"/>
              </a:rPr>
              <a:t>https://keras.io/api/applications/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4"/>
              </a:rPr>
              <a:t>https://ithelp.ithome.com.tw/articles/10235805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  <a:hlinkClick r:id="rId5"/>
              </a:rPr>
              <a:t>容噗玩</a:t>
            </a:r>
            <a:r>
              <a:rPr lang="en-US" altLang="zh-TW" dirty="0">
                <a:latin typeface="華康儷楷書" panose="03000509000000000000" pitchFamily="65" charset="-120"/>
                <a:ea typeface="華康儷楷書" panose="03000509000000000000" pitchFamily="65" charset="-120"/>
                <a:hlinkClick r:id="rId5"/>
              </a:rPr>
              <a:t>Data</a:t>
            </a:r>
            <a:r>
              <a:rPr lang="zh-TW" altLang="en-US" dirty="0">
                <a:latin typeface="華康儷楷書" panose="03000509000000000000" pitchFamily="65" charset="-120"/>
                <a:ea typeface="華康儷楷書" panose="03000509000000000000" pitchFamily="65" charset="-120"/>
              </a:rPr>
              <a:t>：深度學習－神經網路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6"/>
              </a:rPr>
              <a:t>https://keras.io/zh/models/model/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7"/>
              </a:rPr>
              <a:t>https://blog.csdn.net/moyu123456789/article/details/83444140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8"/>
              </a:rPr>
              <a:t>https://colab.research.google.com/github/yenlung/Deep-Learning-Basics/blob/master/colab02c%20%E7%94%A8%E9%81%B7%E7%A7%BB%E5%AD%B8%E7%BF%92%E6%89%93%E9%80%A0%E5%85%AB%E5%93%A5%E8%BE%A8%E8%AD%98AI.ipynb#scrollTo=xi7FwyUhNLbD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9"/>
              </a:rPr>
              <a:t>https://weikaiwei.com/python/ml-confusion-matrix/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10"/>
              </a:rPr>
              <a:t>https://blog.csdn.net/weixin_44520259/article/details/89917026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11"/>
              </a:rPr>
              <a:t>https://medium.com/ching-i/%E5%8D%B7%E7%A9%8D%E7%A5%9E%E7%B6%93%E7%B6%B2%E7%B5%A1-cnn-%E7%B6%93%E5%85%B8%E6%A8%A1%E5%9E%8B-lenet-alexnet-vgg-nin-with-pytorch-code-84462d6cf60c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  <a:hlinkClick r:id="rId12"/>
              </a:rPr>
              <a:t>https://blog.csdn.net/yunfeather/article/details/106461754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TW" altLang="en-US" sz="1600" dirty="0">
                <a:latin typeface="華康儷楷書" panose="03000509000000000000" pitchFamily="65" charset="-120"/>
                <a:ea typeface="華康儷楷書" panose="03000509000000000000" pitchFamily="65" charset="-120"/>
                <a:cs typeface="Times New Roman" panose="02020603050405020304" pitchFamily="18" charset="0"/>
              </a:rPr>
              <a:t>陽明交通大學－深度學習於生醫資料分析課程</a:t>
            </a:r>
            <a:endParaRPr lang="en-US" altLang="zh-TW" sz="1600" dirty="0">
              <a:latin typeface="華康儷楷書" panose="03000509000000000000" pitchFamily="65" charset="-120"/>
              <a:ea typeface="華康儷楷書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875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1341</TotalTime>
  <Words>1309</Words>
  <Application>Microsoft Office PowerPoint</Application>
  <PresentationFormat>A4 紙張 (210x297 公釐)</PresentationFormat>
  <Paragraphs>65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華康儷楷書</vt:lpstr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劉伃茗</dc:creator>
  <cp:lastModifiedBy>劉伃茗</cp:lastModifiedBy>
  <cp:revision>15</cp:revision>
  <dcterms:created xsi:type="dcterms:W3CDTF">2023-04-01T03:23:28Z</dcterms:created>
  <dcterms:modified xsi:type="dcterms:W3CDTF">2023-04-02T01:45:11Z</dcterms:modified>
</cp:coreProperties>
</file>