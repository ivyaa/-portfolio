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73" r:id="rId5"/>
    <p:sldId id="259" r:id="rId6"/>
    <p:sldId id="260" r:id="rId7"/>
    <p:sldId id="261" r:id="rId8"/>
    <p:sldId id="262" r:id="rId9"/>
    <p:sldId id="263" r:id="rId10"/>
    <p:sldId id="264" r:id="rId11"/>
    <p:sldId id="266" r:id="rId12"/>
    <p:sldId id="265" r:id="rId13"/>
    <p:sldId id="267" r:id="rId14"/>
    <p:sldId id="268" r:id="rId15"/>
    <p:sldId id="269" r:id="rId16"/>
    <p:sldId id="270" r:id="rId17"/>
    <p:sldId id="271" r:id="rId18"/>
    <p:sldId id="274" r:id="rId19"/>
    <p:sldId id="272"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9B093"/>
    <a:srgbClr val="EEEAE7"/>
    <a:srgbClr val="DFA4A6"/>
    <a:srgbClr val="A2CAA7"/>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52" autoAdjust="0"/>
  </p:normalViewPr>
  <p:slideViewPr>
    <p:cSldViewPr snapToGrid="0" showGuides="1">
      <p:cViewPr varScale="1">
        <p:scale>
          <a:sx n="46" d="100"/>
          <a:sy n="46" d="100"/>
        </p:scale>
        <p:origin x="134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劉伃茗" userId="4f9bf0dd-d04c-4d61-9e35-a4c898c7323f" providerId="ADAL" clId="{15A14B26-A077-4465-8CD2-95B3FB521B19}"/>
    <pc:docChg chg="undo custSel addSld modSld sldOrd modMainMaster">
      <pc:chgData name="劉伃茗" userId="4f9bf0dd-d04c-4d61-9e35-a4c898c7323f" providerId="ADAL" clId="{15A14B26-A077-4465-8CD2-95B3FB521B19}" dt="2024-12-19T02:33:10.786" v="1336" actId="1076"/>
      <pc:docMkLst>
        <pc:docMk/>
      </pc:docMkLst>
      <pc:sldChg chg="addSp delSp modSp new mod setBg">
        <pc:chgData name="劉伃茗" userId="4f9bf0dd-d04c-4d61-9e35-a4c898c7323f" providerId="ADAL" clId="{15A14B26-A077-4465-8CD2-95B3FB521B19}" dt="2024-12-08T14:55:11.257" v="190" actId="1076"/>
        <pc:sldMkLst>
          <pc:docMk/>
          <pc:sldMk cId="1040356556" sldId="256"/>
        </pc:sldMkLst>
        <pc:spChg chg="del">
          <ac:chgData name="劉伃茗" userId="4f9bf0dd-d04c-4d61-9e35-a4c898c7323f" providerId="ADAL" clId="{15A14B26-A077-4465-8CD2-95B3FB521B19}" dt="2024-12-01T07:36:15.233" v="1" actId="478"/>
          <ac:spMkLst>
            <pc:docMk/>
            <pc:sldMk cId="1040356556" sldId="256"/>
            <ac:spMk id="2" creationId="{0E87504D-6F5B-4C7E-A759-C77FE213379B}"/>
          </ac:spMkLst>
        </pc:spChg>
        <pc:spChg chg="del">
          <ac:chgData name="劉伃茗" userId="4f9bf0dd-d04c-4d61-9e35-a4c898c7323f" providerId="ADAL" clId="{15A14B26-A077-4465-8CD2-95B3FB521B19}" dt="2024-12-01T07:36:15.233" v="1" actId="478"/>
          <ac:spMkLst>
            <pc:docMk/>
            <pc:sldMk cId="1040356556" sldId="256"/>
            <ac:spMk id="3" creationId="{C22EDF19-65CA-4B2A-816A-902207B34B39}"/>
          </ac:spMkLst>
        </pc:spChg>
        <pc:spChg chg="add mod ord">
          <ac:chgData name="劉伃茗" userId="4f9bf0dd-d04c-4d61-9e35-a4c898c7323f" providerId="ADAL" clId="{15A14B26-A077-4465-8CD2-95B3FB521B19}" dt="2024-12-08T14:52:13.842" v="88" actId="164"/>
          <ac:spMkLst>
            <pc:docMk/>
            <pc:sldMk cId="1040356556" sldId="256"/>
            <ac:spMk id="4" creationId="{84805C9C-AF5F-499F-BD67-AB58E67D233F}"/>
          </ac:spMkLst>
        </pc:spChg>
        <pc:spChg chg="add mod">
          <ac:chgData name="劉伃茗" userId="4f9bf0dd-d04c-4d61-9e35-a4c898c7323f" providerId="ADAL" clId="{15A14B26-A077-4465-8CD2-95B3FB521B19}" dt="2024-12-08T14:52:13.842" v="88" actId="164"/>
          <ac:spMkLst>
            <pc:docMk/>
            <pc:sldMk cId="1040356556" sldId="256"/>
            <ac:spMk id="5" creationId="{648A2A0E-3992-4076-A3D0-3A35BF90AA68}"/>
          </ac:spMkLst>
        </pc:spChg>
        <pc:spChg chg="add mod ord">
          <ac:chgData name="劉伃茗" userId="4f9bf0dd-d04c-4d61-9e35-a4c898c7323f" providerId="ADAL" clId="{15A14B26-A077-4465-8CD2-95B3FB521B19}" dt="2024-12-08T14:52:15.663" v="89" actId="164"/>
          <ac:spMkLst>
            <pc:docMk/>
            <pc:sldMk cId="1040356556" sldId="256"/>
            <ac:spMk id="6" creationId="{6CF47DC6-66A9-4D47-A2C2-DA3D476FB8B3}"/>
          </ac:spMkLst>
        </pc:spChg>
        <pc:spChg chg="add mod ord">
          <ac:chgData name="劉伃茗" userId="4f9bf0dd-d04c-4d61-9e35-a4c898c7323f" providerId="ADAL" clId="{15A14B26-A077-4465-8CD2-95B3FB521B19}" dt="2024-12-08T14:52:17.663" v="90" actId="164"/>
          <ac:spMkLst>
            <pc:docMk/>
            <pc:sldMk cId="1040356556" sldId="256"/>
            <ac:spMk id="7" creationId="{341B1D14-30E3-4085-AA84-5B7267BC909C}"/>
          </ac:spMkLst>
        </pc:spChg>
        <pc:spChg chg="add mod topLvl">
          <ac:chgData name="劉伃茗" userId="4f9bf0dd-d04c-4d61-9e35-a4c898c7323f" providerId="ADAL" clId="{15A14B26-A077-4465-8CD2-95B3FB521B19}" dt="2024-12-08T14:52:38.913" v="100" actId="165"/>
          <ac:spMkLst>
            <pc:docMk/>
            <pc:sldMk cId="1040356556" sldId="256"/>
            <ac:spMk id="8" creationId="{71860E32-9E61-4693-AB32-89ECE3DD8861}"/>
          </ac:spMkLst>
        </pc:spChg>
        <pc:spChg chg="add mod">
          <ac:chgData name="劉伃茗" userId="4f9bf0dd-d04c-4d61-9e35-a4c898c7323f" providerId="ADAL" clId="{15A14B26-A077-4465-8CD2-95B3FB521B19}" dt="2024-12-08T14:52:15.663" v="89" actId="164"/>
          <ac:spMkLst>
            <pc:docMk/>
            <pc:sldMk cId="1040356556" sldId="256"/>
            <ac:spMk id="10" creationId="{F0175AF4-72B0-48DB-97F1-F92599CE2995}"/>
          </ac:spMkLst>
        </pc:spChg>
        <pc:spChg chg="add mod">
          <ac:chgData name="劉伃茗" userId="4f9bf0dd-d04c-4d61-9e35-a4c898c7323f" providerId="ADAL" clId="{15A14B26-A077-4465-8CD2-95B3FB521B19}" dt="2024-12-08T14:52:17.663" v="90" actId="164"/>
          <ac:spMkLst>
            <pc:docMk/>
            <pc:sldMk cId="1040356556" sldId="256"/>
            <ac:spMk id="11" creationId="{A387EB22-2F50-49D6-8E32-D569D8C3E0C6}"/>
          </ac:spMkLst>
        </pc:spChg>
        <pc:spChg chg="add mod topLvl">
          <ac:chgData name="劉伃茗" userId="4f9bf0dd-d04c-4d61-9e35-a4c898c7323f" providerId="ADAL" clId="{15A14B26-A077-4465-8CD2-95B3FB521B19}" dt="2024-12-08T14:52:49.177" v="101" actId="1076"/>
          <ac:spMkLst>
            <pc:docMk/>
            <pc:sldMk cId="1040356556" sldId="256"/>
            <ac:spMk id="12" creationId="{2DA80FF2-FF61-47DF-B4A7-A5195E4A25E8}"/>
          </ac:spMkLst>
        </pc:spChg>
        <pc:spChg chg="add mod">
          <ac:chgData name="劉伃茗" userId="4f9bf0dd-d04c-4d61-9e35-a4c898c7323f" providerId="ADAL" clId="{15A14B26-A077-4465-8CD2-95B3FB521B19}" dt="2024-12-08T14:52:09.131" v="87" actId="571"/>
          <ac:spMkLst>
            <pc:docMk/>
            <pc:sldMk cId="1040356556" sldId="256"/>
            <ac:spMk id="13" creationId="{C76C4FD7-F8F0-4282-B4D3-60EA6B491C65}"/>
          </ac:spMkLst>
        </pc:spChg>
        <pc:spChg chg="add mod">
          <ac:chgData name="劉伃茗" userId="4f9bf0dd-d04c-4d61-9e35-a4c898c7323f" providerId="ADAL" clId="{15A14B26-A077-4465-8CD2-95B3FB521B19}" dt="2024-12-08T14:53:55.382" v="136" actId="1076"/>
          <ac:spMkLst>
            <pc:docMk/>
            <pc:sldMk cId="1040356556" sldId="256"/>
            <ac:spMk id="17" creationId="{909AB152-DBFC-4327-8DB4-562AFB7091B2}"/>
          </ac:spMkLst>
        </pc:spChg>
        <pc:spChg chg="add mod">
          <ac:chgData name="劉伃茗" userId="4f9bf0dd-d04c-4d61-9e35-a4c898c7323f" providerId="ADAL" clId="{15A14B26-A077-4465-8CD2-95B3FB521B19}" dt="2024-12-08T14:54:42.210" v="164" actId="1036"/>
          <ac:spMkLst>
            <pc:docMk/>
            <pc:sldMk cId="1040356556" sldId="256"/>
            <ac:spMk id="19" creationId="{D59E6CA3-086E-4C5F-8559-2B209768A081}"/>
          </ac:spMkLst>
        </pc:spChg>
        <pc:spChg chg="add mod">
          <ac:chgData name="劉伃茗" userId="4f9bf0dd-d04c-4d61-9e35-a4c898c7323f" providerId="ADAL" clId="{15A14B26-A077-4465-8CD2-95B3FB521B19}" dt="2024-12-08T14:55:11.257" v="190" actId="1076"/>
          <ac:spMkLst>
            <pc:docMk/>
            <pc:sldMk cId="1040356556" sldId="256"/>
            <ac:spMk id="20" creationId="{8391DF00-F161-4FAE-9513-37BFDACC03E3}"/>
          </ac:spMkLst>
        </pc:spChg>
        <pc:grpChg chg="add mod">
          <ac:chgData name="劉伃茗" userId="4f9bf0dd-d04c-4d61-9e35-a4c898c7323f" providerId="ADAL" clId="{15A14B26-A077-4465-8CD2-95B3FB521B19}" dt="2024-12-08T14:52:24.382" v="93" actId="1076"/>
          <ac:grpSpMkLst>
            <pc:docMk/>
            <pc:sldMk cId="1040356556" sldId="256"/>
            <ac:grpSpMk id="9" creationId="{A83E256A-1B6C-4D9A-AC61-33E30333C20A}"/>
          </ac:grpSpMkLst>
        </pc:grpChg>
        <pc:grpChg chg="add mod">
          <ac:chgData name="劉伃茗" userId="4f9bf0dd-d04c-4d61-9e35-a4c898c7323f" providerId="ADAL" clId="{15A14B26-A077-4465-8CD2-95B3FB521B19}" dt="2024-12-08T14:52:24.382" v="93" actId="1076"/>
          <ac:grpSpMkLst>
            <pc:docMk/>
            <pc:sldMk cId="1040356556" sldId="256"/>
            <ac:grpSpMk id="14" creationId="{C99EA13E-CD2C-4C92-B9F6-56792A4FB139}"/>
          </ac:grpSpMkLst>
        </pc:grpChg>
        <pc:grpChg chg="add mod">
          <ac:chgData name="劉伃茗" userId="4f9bf0dd-d04c-4d61-9e35-a4c898c7323f" providerId="ADAL" clId="{15A14B26-A077-4465-8CD2-95B3FB521B19}" dt="2024-12-08T14:52:24.382" v="93" actId="1076"/>
          <ac:grpSpMkLst>
            <pc:docMk/>
            <pc:sldMk cId="1040356556" sldId="256"/>
            <ac:grpSpMk id="15" creationId="{ABD95CDE-3E71-4D25-BD1B-743EAEBCF1B9}"/>
          </ac:grpSpMkLst>
        </pc:grpChg>
        <pc:grpChg chg="add del mod">
          <ac:chgData name="劉伃茗" userId="4f9bf0dd-d04c-4d61-9e35-a4c898c7323f" providerId="ADAL" clId="{15A14B26-A077-4465-8CD2-95B3FB521B19}" dt="2024-12-08T14:52:38.913" v="100" actId="165"/>
          <ac:grpSpMkLst>
            <pc:docMk/>
            <pc:sldMk cId="1040356556" sldId="256"/>
            <ac:grpSpMk id="16" creationId="{2E72A4A0-AC5F-472B-A7C2-744CBA06385A}"/>
          </ac:grpSpMkLst>
        </pc:grpChg>
        <pc:picChg chg="add mod">
          <ac:chgData name="劉伃茗" userId="4f9bf0dd-d04c-4d61-9e35-a4c898c7323f" providerId="ADAL" clId="{15A14B26-A077-4465-8CD2-95B3FB521B19}" dt="2024-12-01T07:48:21.893" v="33" actId="1076"/>
          <ac:picMkLst>
            <pc:docMk/>
            <pc:sldMk cId="1040356556" sldId="256"/>
            <ac:picMk id="1026" creationId="{B563DCAB-58A0-4E05-B02D-A8D60B1D4CDC}"/>
          </ac:picMkLst>
        </pc:picChg>
      </pc:sldChg>
      <pc:sldChg chg="addSp delSp modSp add mod">
        <pc:chgData name="劉伃茗" userId="4f9bf0dd-d04c-4d61-9e35-a4c898c7323f" providerId="ADAL" clId="{15A14B26-A077-4465-8CD2-95B3FB521B19}" dt="2024-12-17T01:58:58.311" v="1018" actId="20577"/>
        <pc:sldMkLst>
          <pc:docMk/>
          <pc:sldMk cId="22455504" sldId="257"/>
        </pc:sldMkLst>
        <pc:spChg chg="add mod">
          <ac:chgData name="劉伃茗" userId="4f9bf0dd-d04c-4d61-9e35-a4c898c7323f" providerId="ADAL" clId="{15A14B26-A077-4465-8CD2-95B3FB521B19}" dt="2024-12-17T01:58:58.311" v="1018" actId="20577"/>
          <ac:spMkLst>
            <pc:docMk/>
            <pc:sldMk cId="22455504" sldId="257"/>
            <ac:spMk id="2" creationId="{87618A19-55C5-4FD7-BE8F-A4BD0C301F7F}"/>
          </ac:spMkLst>
        </pc:spChg>
        <pc:spChg chg="mod topLvl">
          <ac:chgData name="劉伃茗" userId="4f9bf0dd-d04c-4d61-9e35-a4c898c7323f" providerId="ADAL" clId="{15A14B26-A077-4465-8CD2-95B3FB521B19}" dt="2024-12-09T03:44:53.493" v="514" actId="164"/>
          <ac:spMkLst>
            <pc:docMk/>
            <pc:sldMk cId="22455504" sldId="257"/>
            <ac:spMk id="4" creationId="{84805C9C-AF5F-499F-BD67-AB58E67D233F}"/>
          </ac:spMkLst>
        </pc:spChg>
        <pc:spChg chg="del topLvl">
          <ac:chgData name="劉伃茗" userId="4f9bf0dd-d04c-4d61-9e35-a4c898c7323f" providerId="ADAL" clId="{15A14B26-A077-4465-8CD2-95B3FB521B19}" dt="2024-12-09T03:41:22.477" v="354" actId="478"/>
          <ac:spMkLst>
            <pc:docMk/>
            <pc:sldMk cId="22455504" sldId="257"/>
            <ac:spMk id="5" creationId="{648A2A0E-3992-4076-A3D0-3A35BF90AA68}"/>
          </ac:spMkLst>
        </pc:spChg>
        <pc:spChg chg="mod topLvl">
          <ac:chgData name="劉伃茗" userId="4f9bf0dd-d04c-4d61-9e35-a4c898c7323f" providerId="ADAL" clId="{15A14B26-A077-4465-8CD2-95B3FB521B19}" dt="2024-12-09T03:44:56.337" v="515" actId="164"/>
          <ac:spMkLst>
            <pc:docMk/>
            <pc:sldMk cId="22455504" sldId="257"/>
            <ac:spMk id="6" creationId="{6CF47DC6-66A9-4D47-A2C2-DA3D476FB8B3}"/>
          </ac:spMkLst>
        </pc:spChg>
        <pc:spChg chg="mod topLvl">
          <ac:chgData name="劉伃茗" userId="4f9bf0dd-d04c-4d61-9e35-a4c898c7323f" providerId="ADAL" clId="{15A14B26-A077-4465-8CD2-95B3FB521B19}" dt="2024-12-09T03:44:59.073" v="516" actId="164"/>
          <ac:spMkLst>
            <pc:docMk/>
            <pc:sldMk cId="22455504" sldId="257"/>
            <ac:spMk id="7" creationId="{341B1D14-30E3-4085-AA84-5B7267BC909C}"/>
          </ac:spMkLst>
        </pc:spChg>
        <pc:spChg chg="del topLvl">
          <ac:chgData name="劉伃茗" userId="4f9bf0dd-d04c-4d61-9e35-a4c898c7323f" providerId="ADAL" clId="{15A14B26-A077-4465-8CD2-95B3FB521B19}" dt="2024-12-09T03:41:17.993" v="351" actId="478"/>
          <ac:spMkLst>
            <pc:docMk/>
            <pc:sldMk cId="22455504" sldId="257"/>
            <ac:spMk id="10" creationId="{F0175AF4-72B0-48DB-97F1-F92599CE2995}"/>
          </ac:spMkLst>
        </pc:spChg>
        <pc:spChg chg="del topLvl">
          <ac:chgData name="劉伃茗" userId="4f9bf0dd-d04c-4d61-9e35-a4c898c7323f" providerId="ADAL" clId="{15A14B26-A077-4465-8CD2-95B3FB521B19}" dt="2024-12-09T03:41:15.196" v="349" actId="478"/>
          <ac:spMkLst>
            <pc:docMk/>
            <pc:sldMk cId="22455504" sldId="257"/>
            <ac:spMk id="11" creationId="{A387EB22-2F50-49D6-8E32-D569D8C3E0C6}"/>
          </ac:spMkLst>
        </pc:spChg>
        <pc:spChg chg="add mod">
          <ac:chgData name="劉伃茗" userId="4f9bf0dd-d04c-4d61-9e35-a4c898c7323f" providerId="ADAL" clId="{15A14B26-A077-4465-8CD2-95B3FB521B19}" dt="2024-12-09T03:44:59.073" v="516" actId="164"/>
          <ac:spMkLst>
            <pc:docMk/>
            <pc:sldMk cId="22455504" sldId="257"/>
            <ac:spMk id="16" creationId="{CAC10B13-F33C-4F7E-8261-7947577ADEDB}"/>
          </ac:spMkLst>
        </pc:spChg>
        <pc:spChg chg="mod">
          <ac:chgData name="劉伃茗" userId="4f9bf0dd-d04c-4d61-9e35-a4c898c7323f" providerId="ADAL" clId="{15A14B26-A077-4465-8CD2-95B3FB521B19}" dt="2024-12-09T03:35:30.540" v="197" actId="20577"/>
          <ac:spMkLst>
            <pc:docMk/>
            <pc:sldMk cId="22455504" sldId="257"/>
            <ac:spMk id="19" creationId="{D59E6CA3-086E-4C5F-8559-2B209768A081}"/>
          </ac:spMkLst>
        </pc:spChg>
        <pc:spChg chg="add mod">
          <ac:chgData name="劉伃茗" userId="4f9bf0dd-d04c-4d61-9e35-a4c898c7323f" providerId="ADAL" clId="{15A14B26-A077-4465-8CD2-95B3FB521B19}" dt="2024-12-09T03:44:56.337" v="515" actId="164"/>
          <ac:spMkLst>
            <pc:docMk/>
            <pc:sldMk cId="22455504" sldId="257"/>
            <ac:spMk id="21" creationId="{A861E237-0943-497C-B2A3-9BA2FD8604E3}"/>
          </ac:spMkLst>
        </pc:spChg>
        <pc:spChg chg="add mod">
          <ac:chgData name="劉伃茗" userId="4f9bf0dd-d04c-4d61-9e35-a4c898c7323f" providerId="ADAL" clId="{15A14B26-A077-4465-8CD2-95B3FB521B19}" dt="2024-12-09T03:44:53.493" v="514" actId="164"/>
          <ac:spMkLst>
            <pc:docMk/>
            <pc:sldMk cId="22455504" sldId="257"/>
            <ac:spMk id="22" creationId="{AB9CB059-4573-4A88-B898-9A1B85D0F69B}"/>
          </ac:spMkLst>
        </pc:spChg>
        <pc:grpChg chg="del mod">
          <ac:chgData name="劉伃茗" userId="4f9bf0dd-d04c-4d61-9e35-a4c898c7323f" providerId="ADAL" clId="{15A14B26-A077-4465-8CD2-95B3FB521B19}" dt="2024-12-09T03:41:22.477" v="354" actId="478"/>
          <ac:grpSpMkLst>
            <pc:docMk/>
            <pc:sldMk cId="22455504" sldId="257"/>
            <ac:grpSpMk id="9" creationId="{A83E256A-1B6C-4D9A-AC61-33E30333C20A}"/>
          </ac:grpSpMkLst>
        </pc:grpChg>
        <pc:grpChg chg="del mod">
          <ac:chgData name="劉伃茗" userId="4f9bf0dd-d04c-4d61-9e35-a4c898c7323f" providerId="ADAL" clId="{15A14B26-A077-4465-8CD2-95B3FB521B19}" dt="2024-12-09T03:41:17.993" v="351" actId="478"/>
          <ac:grpSpMkLst>
            <pc:docMk/>
            <pc:sldMk cId="22455504" sldId="257"/>
            <ac:grpSpMk id="14" creationId="{C99EA13E-CD2C-4C92-B9F6-56792A4FB139}"/>
          </ac:grpSpMkLst>
        </pc:grpChg>
        <pc:grpChg chg="del mod">
          <ac:chgData name="劉伃茗" userId="4f9bf0dd-d04c-4d61-9e35-a4c898c7323f" providerId="ADAL" clId="{15A14B26-A077-4465-8CD2-95B3FB521B19}" dt="2024-12-09T03:41:15.196" v="349" actId="478"/>
          <ac:grpSpMkLst>
            <pc:docMk/>
            <pc:sldMk cId="22455504" sldId="257"/>
            <ac:grpSpMk id="15" creationId="{ABD95CDE-3E71-4D25-BD1B-743EAEBCF1B9}"/>
          </ac:grpSpMkLst>
        </pc:grpChg>
        <pc:grpChg chg="add mod">
          <ac:chgData name="劉伃茗" userId="4f9bf0dd-d04c-4d61-9e35-a4c898c7323f" providerId="ADAL" clId="{15A14B26-A077-4465-8CD2-95B3FB521B19}" dt="2024-12-09T03:44:53.493" v="514" actId="164"/>
          <ac:grpSpMkLst>
            <pc:docMk/>
            <pc:sldMk cId="22455504" sldId="257"/>
            <ac:grpSpMk id="18" creationId="{8E2DEC4D-9609-4CDC-9DF3-128B8D6A950B}"/>
          </ac:grpSpMkLst>
        </pc:grpChg>
        <pc:grpChg chg="add mod">
          <ac:chgData name="劉伃茗" userId="4f9bf0dd-d04c-4d61-9e35-a4c898c7323f" providerId="ADAL" clId="{15A14B26-A077-4465-8CD2-95B3FB521B19}" dt="2024-12-09T03:44:56.337" v="515" actId="164"/>
          <ac:grpSpMkLst>
            <pc:docMk/>
            <pc:sldMk cId="22455504" sldId="257"/>
            <ac:grpSpMk id="23" creationId="{1E35F4C6-FFBB-42DE-8772-B89C6FF611BE}"/>
          </ac:grpSpMkLst>
        </pc:grpChg>
        <pc:grpChg chg="add mod">
          <ac:chgData name="劉伃茗" userId="4f9bf0dd-d04c-4d61-9e35-a4c898c7323f" providerId="ADAL" clId="{15A14B26-A077-4465-8CD2-95B3FB521B19}" dt="2024-12-09T03:44:59.073" v="516" actId="164"/>
          <ac:grpSpMkLst>
            <pc:docMk/>
            <pc:sldMk cId="22455504" sldId="257"/>
            <ac:grpSpMk id="24" creationId="{14CA05F4-B0FE-4C29-BF05-677D31732433}"/>
          </ac:grpSpMkLst>
        </pc:grpChg>
        <pc:picChg chg="add mod">
          <ac:chgData name="劉伃茗" userId="4f9bf0dd-d04c-4d61-9e35-a4c898c7323f" providerId="ADAL" clId="{15A14B26-A077-4465-8CD2-95B3FB521B19}" dt="2024-12-09T03:40:00.290" v="342" actId="1038"/>
          <ac:picMkLst>
            <pc:docMk/>
            <pc:sldMk cId="22455504" sldId="257"/>
            <ac:picMk id="13" creationId="{9CE275A2-00C4-41C0-8990-21F2A2BF1C6C}"/>
          </ac:picMkLst>
        </pc:picChg>
        <pc:picChg chg="mod">
          <ac:chgData name="劉伃茗" userId="4f9bf0dd-d04c-4d61-9e35-a4c898c7323f" providerId="ADAL" clId="{15A14B26-A077-4465-8CD2-95B3FB521B19}" dt="2024-12-09T03:40:53.368" v="343" actId="1076"/>
          <ac:picMkLst>
            <pc:docMk/>
            <pc:sldMk cId="22455504" sldId="257"/>
            <ac:picMk id="1026" creationId="{B563DCAB-58A0-4E05-B02D-A8D60B1D4CDC}"/>
          </ac:picMkLst>
        </pc:picChg>
      </pc:sldChg>
      <pc:sldChg chg="addSp delSp modSp add mod modAnim">
        <pc:chgData name="劉伃茗" userId="4f9bf0dd-d04c-4d61-9e35-a4c898c7323f" providerId="ADAL" clId="{15A14B26-A077-4465-8CD2-95B3FB521B19}" dt="2024-12-17T01:43:49.876" v="954"/>
        <pc:sldMkLst>
          <pc:docMk/>
          <pc:sldMk cId="850649186" sldId="258"/>
        </pc:sldMkLst>
        <pc:spChg chg="mod">
          <ac:chgData name="劉伃茗" userId="4f9bf0dd-d04c-4d61-9e35-a4c898c7323f" providerId="ADAL" clId="{15A14B26-A077-4465-8CD2-95B3FB521B19}" dt="2024-12-09T03:46:44.103" v="531" actId="14100"/>
          <ac:spMkLst>
            <pc:docMk/>
            <pc:sldMk cId="850649186" sldId="258"/>
            <ac:spMk id="2" creationId="{87618A19-55C5-4FD7-BE8F-A4BD0C301F7F}"/>
          </ac:spMkLst>
        </pc:spChg>
        <pc:spChg chg="mod">
          <ac:chgData name="劉伃茗" userId="4f9bf0dd-d04c-4d61-9e35-a4c898c7323f" providerId="ADAL" clId="{15A14B26-A077-4465-8CD2-95B3FB521B19}" dt="2024-12-09T03:45:16.837" v="524" actId="20577"/>
          <ac:spMkLst>
            <pc:docMk/>
            <pc:sldMk cId="850649186" sldId="258"/>
            <ac:spMk id="19" creationId="{D59E6CA3-086E-4C5F-8559-2B209768A081}"/>
          </ac:spMkLst>
        </pc:spChg>
        <pc:spChg chg="add mod">
          <ac:chgData name="劉伃茗" userId="4f9bf0dd-d04c-4d61-9e35-a4c898c7323f" providerId="ADAL" clId="{15A14B26-A077-4465-8CD2-95B3FB521B19}" dt="2024-12-09T03:49:32.223" v="625" actId="1076"/>
          <ac:spMkLst>
            <pc:docMk/>
            <pc:sldMk cId="850649186" sldId="258"/>
            <ac:spMk id="25" creationId="{55418A4A-8668-4713-A163-79D9190B8B4E}"/>
          </ac:spMkLst>
        </pc:spChg>
        <pc:grpChg chg="mod">
          <ac:chgData name="劉伃茗" userId="4f9bf0dd-d04c-4d61-9e35-a4c898c7323f" providerId="ADAL" clId="{15A14B26-A077-4465-8CD2-95B3FB521B19}" dt="2024-12-09T03:47:03.774" v="538" actId="1076"/>
          <ac:grpSpMkLst>
            <pc:docMk/>
            <pc:sldMk cId="850649186" sldId="258"/>
            <ac:grpSpMk id="18" creationId="{8E2DEC4D-9609-4CDC-9DF3-128B8D6A950B}"/>
          </ac:grpSpMkLst>
        </pc:grpChg>
        <pc:grpChg chg="mod">
          <ac:chgData name="劉伃茗" userId="4f9bf0dd-d04c-4d61-9e35-a4c898c7323f" providerId="ADAL" clId="{15A14B26-A077-4465-8CD2-95B3FB521B19}" dt="2024-12-09T03:46:58.008" v="535" actId="1076"/>
          <ac:grpSpMkLst>
            <pc:docMk/>
            <pc:sldMk cId="850649186" sldId="258"/>
            <ac:grpSpMk id="23" creationId="{1E35F4C6-FFBB-42DE-8772-B89C6FF611BE}"/>
          </ac:grpSpMkLst>
        </pc:grpChg>
        <pc:grpChg chg="mod">
          <ac:chgData name="劉伃茗" userId="4f9bf0dd-d04c-4d61-9e35-a4c898c7323f" providerId="ADAL" clId="{15A14B26-A077-4465-8CD2-95B3FB521B19}" dt="2024-12-09T03:47:00.008" v="536" actId="1076"/>
          <ac:grpSpMkLst>
            <pc:docMk/>
            <pc:sldMk cId="850649186" sldId="258"/>
            <ac:grpSpMk id="24" creationId="{14CA05F4-B0FE-4C29-BF05-677D31732433}"/>
          </ac:grpSpMkLst>
        </pc:grpChg>
        <pc:picChg chg="add mod">
          <ac:chgData name="劉伃茗" userId="4f9bf0dd-d04c-4d61-9e35-a4c898c7323f" providerId="ADAL" clId="{15A14B26-A077-4465-8CD2-95B3FB521B19}" dt="2024-12-09T03:49:21.149" v="622" actId="1076"/>
          <ac:picMkLst>
            <pc:docMk/>
            <pc:sldMk cId="850649186" sldId="258"/>
            <ac:picMk id="5" creationId="{9EED2B61-9FB5-480E-B885-BFCE7E8E2602}"/>
          </ac:picMkLst>
        </pc:picChg>
        <pc:picChg chg="add mod">
          <ac:chgData name="劉伃茗" userId="4f9bf0dd-d04c-4d61-9e35-a4c898c7323f" providerId="ADAL" clId="{15A14B26-A077-4465-8CD2-95B3FB521B19}" dt="2024-12-17T01:43:39.777" v="953" actId="1076"/>
          <ac:picMkLst>
            <pc:docMk/>
            <pc:sldMk cId="850649186" sldId="258"/>
            <ac:picMk id="10" creationId="{64C7B2B9-14B7-487A-ACAF-F09DD685850C}"/>
          </ac:picMkLst>
        </pc:picChg>
        <pc:picChg chg="del">
          <ac:chgData name="劉伃茗" userId="4f9bf0dd-d04c-4d61-9e35-a4c898c7323f" providerId="ADAL" clId="{15A14B26-A077-4465-8CD2-95B3FB521B19}" dt="2024-12-09T03:46:46.712" v="532" actId="478"/>
          <ac:picMkLst>
            <pc:docMk/>
            <pc:sldMk cId="850649186" sldId="258"/>
            <ac:picMk id="13" creationId="{9CE275A2-00C4-41C0-8990-21F2A2BF1C6C}"/>
          </ac:picMkLst>
        </pc:picChg>
      </pc:sldChg>
      <pc:sldChg chg="addSp delSp modSp add mod">
        <pc:chgData name="劉伃茗" userId="4f9bf0dd-d04c-4d61-9e35-a4c898c7323f" providerId="ADAL" clId="{15A14B26-A077-4465-8CD2-95B3FB521B19}" dt="2024-12-17T02:47:55.238" v="1096" actId="20577"/>
        <pc:sldMkLst>
          <pc:docMk/>
          <pc:sldMk cId="2666735100" sldId="259"/>
        </pc:sldMkLst>
        <pc:spChg chg="del">
          <ac:chgData name="劉伃茗" userId="4f9bf0dd-d04c-4d61-9e35-a4c898c7323f" providerId="ADAL" clId="{15A14B26-A077-4465-8CD2-95B3FB521B19}" dt="2024-12-09T03:51:21.696" v="639" actId="478"/>
          <ac:spMkLst>
            <pc:docMk/>
            <pc:sldMk cId="2666735100" sldId="259"/>
            <ac:spMk id="12" creationId="{2DA80FF2-FF61-47DF-B4A7-A5195E4A25E8}"/>
          </ac:spMkLst>
        </pc:spChg>
        <pc:spChg chg="mod">
          <ac:chgData name="劉伃茗" userId="4f9bf0dd-d04c-4d61-9e35-a4c898c7323f" providerId="ADAL" clId="{15A14B26-A077-4465-8CD2-95B3FB521B19}" dt="2024-12-17T02:47:55.238" v="1096" actId="20577"/>
          <ac:spMkLst>
            <pc:docMk/>
            <pc:sldMk cId="2666735100" sldId="259"/>
            <ac:spMk id="19" creationId="{D59E6CA3-086E-4C5F-8559-2B209768A081}"/>
          </ac:spMkLst>
        </pc:spChg>
        <pc:grpChg chg="del">
          <ac:chgData name="劉伃茗" userId="4f9bf0dd-d04c-4d61-9e35-a4c898c7323f" providerId="ADAL" clId="{15A14B26-A077-4465-8CD2-95B3FB521B19}" dt="2024-12-09T03:51:21.696" v="639" actId="478"/>
          <ac:grpSpMkLst>
            <pc:docMk/>
            <pc:sldMk cId="2666735100" sldId="259"/>
            <ac:grpSpMk id="9" creationId="{A83E256A-1B6C-4D9A-AC61-33E30333C20A}"/>
          </ac:grpSpMkLst>
        </pc:grpChg>
        <pc:grpChg chg="del">
          <ac:chgData name="劉伃茗" userId="4f9bf0dd-d04c-4d61-9e35-a4c898c7323f" providerId="ADAL" clId="{15A14B26-A077-4465-8CD2-95B3FB521B19}" dt="2024-12-09T03:51:21.696" v="639" actId="478"/>
          <ac:grpSpMkLst>
            <pc:docMk/>
            <pc:sldMk cId="2666735100" sldId="259"/>
            <ac:grpSpMk id="14" creationId="{C99EA13E-CD2C-4C92-B9F6-56792A4FB139}"/>
          </ac:grpSpMkLst>
        </pc:grpChg>
        <pc:grpChg chg="del">
          <ac:chgData name="劉伃茗" userId="4f9bf0dd-d04c-4d61-9e35-a4c898c7323f" providerId="ADAL" clId="{15A14B26-A077-4465-8CD2-95B3FB521B19}" dt="2024-12-09T03:51:21.696" v="639" actId="478"/>
          <ac:grpSpMkLst>
            <pc:docMk/>
            <pc:sldMk cId="2666735100" sldId="259"/>
            <ac:grpSpMk id="15" creationId="{ABD95CDE-3E71-4D25-BD1B-743EAEBCF1B9}"/>
          </ac:grpSpMkLst>
        </pc:grpChg>
        <pc:picChg chg="add mod">
          <ac:chgData name="劉伃茗" userId="4f9bf0dd-d04c-4d61-9e35-a4c898c7323f" providerId="ADAL" clId="{15A14B26-A077-4465-8CD2-95B3FB521B19}" dt="2024-12-09T03:51:12.243" v="636" actId="1076"/>
          <ac:picMkLst>
            <pc:docMk/>
            <pc:sldMk cId="2666735100" sldId="259"/>
            <ac:picMk id="3" creationId="{2DF267A2-D492-4F5C-AA35-E2806C1AC0F6}"/>
          </ac:picMkLst>
        </pc:picChg>
        <pc:picChg chg="add del mod">
          <ac:chgData name="劉伃茗" userId="4f9bf0dd-d04c-4d61-9e35-a4c898c7323f" providerId="ADAL" clId="{15A14B26-A077-4465-8CD2-95B3FB521B19}" dt="2024-12-09T03:51:27.228" v="642" actId="478"/>
          <ac:picMkLst>
            <pc:docMk/>
            <pc:sldMk cId="2666735100" sldId="259"/>
            <ac:picMk id="16" creationId="{B49132DF-F8AA-4423-8F82-75619485551D}"/>
          </ac:picMkLst>
        </pc:picChg>
        <pc:picChg chg="add del mod">
          <ac:chgData name="劉伃茗" userId="4f9bf0dd-d04c-4d61-9e35-a4c898c7323f" providerId="ADAL" clId="{15A14B26-A077-4465-8CD2-95B3FB521B19}" dt="2024-12-09T03:51:27.228" v="642" actId="478"/>
          <ac:picMkLst>
            <pc:docMk/>
            <pc:sldMk cId="2666735100" sldId="259"/>
            <ac:picMk id="21" creationId="{9768513D-A42A-4D16-9BA6-7DD96BC4F616}"/>
          </ac:picMkLst>
        </pc:picChg>
        <pc:picChg chg="del">
          <ac:chgData name="劉伃茗" userId="4f9bf0dd-d04c-4d61-9e35-a4c898c7323f" providerId="ADAL" clId="{15A14B26-A077-4465-8CD2-95B3FB521B19}" dt="2024-12-09T03:51:16.571" v="638" actId="478"/>
          <ac:picMkLst>
            <pc:docMk/>
            <pc:sldMk cId="2666735100" sldId="259"/>
            <ac:picMk id="1026" creationId="{B563DCAB-58A0-4E05-B02D-A8D60B1D4CDC}"/>
          </ac:picMkLst>
        </pc:picChg>
      </pc:sldChg>
      <pc:sldChg chg="addSp delSp modSp add mod">
        <pc:chgData name="劉伃茗" userId="4f9bf0dd-d04c-4d61-9e35-a4c898c7323f" providerId="ADAL" clId="{15A14B26-A077-4465-8CD2-95B3FB521B19}" dt="2024-12-17T02:48:00.582" v="1098"/>
        <pc:sldMkLst>
          <pc:docMk/>
          <pc:sldMk cId="4177999190" sldId="260"/>
        </pc:sldMkLst>
        <pc:spChg chg="add mod">
          <ac:chgData name="劉伃茗" userId="4f9bf0dd-d04c-4d61-9e35-a4c898c7323f" providerId="ADAL" clId="{15A14B26-A077-4465-8CD2-95B3FB521B19}" dt="2024-12-17T02:48:00.582" v="1098"/>
          <ac:spMkLst>
            <pc:docMk/>
            <pc:sldMk cId="4177999190" sldId="260"/>
            <ac:spMk id="7" creationId="{07E4AB6F-5290-4F4B-B51B-3A84A79313C4}"/>
          </ac:spMkLst>
        </pc:spChg>
        <pc:spChg chg="del">
          <ac:chgData name="劉伃茗" userId="4f9bf0dd-d04c-4d61-9e35-a4c898c7323f" providerId="ADAL" clId="{15A14B26-A077-4465-8CD2-95B3FB521B19}" dt="2024-12-17T02:48:00.433" v="1097" actId="478"/>
          <ac:spMkLst>
            <pc:docMk/>
            <pc:sldMk cId="4177999190" sldId="260"/>
            <ac:spMk id="19" creationId="{D59E6CA3-086E-4C5F-8559-2B209768A081}"/>
          </ac:spMkLst>
        </pc:spChg>
        <pc:picChg chg="del">
          <ac:chgData name="劉伃茗" userId="4f9bf0dd-d04c-4d61-9e35-a4c898c7323f" providerId="ADAL" clId="{15A14B26-A077-4465-8CD2-95B3FB521B19}" dt="2024-12-09T03:51:31.020" v="643" actId="478"/>
          <ac:picMkLst>
            <pc:docMk/>
            <pc:sldMk cId="4177999190" sldId="260"/>
            <ac:picMk id="3" creationId="{2DF267A2-D492-4F5C-AA35-E2806C1AC0F6}"/>
          </ac:picMkLst>
        </pc:picChg>
        <pc:picChg chg="mod">
          <ac:chgData name="劉伃茗" userId="4f9bf0dd-d04c-4d61-9e35-a4c898c7323f" providerId="ADAL" clId="{15A14B26-A077-4465-8CD2-95B3FB521B19}" dt="2024-12-09T03:51:42.665" v="647" actId="1076"/>
          <ac:picMkLst>
            <pc:docMk/>
            <pc:sldMk cId="4177999190" sldId="260"/>
            <ac:picMk id="16" creationId="{B49132DF-F8AA-4423-8F82-75619485551D}"/>
          </ac:picMkLst>
        </pc:picChg>
        <pc:picChg chg="del mod">
          <ac:chgData name="劉伃茗" userId="4f9bf0dd-d04c-4d61-9e35-a4c898c7323f" providerId="ADAL" clId="{15A14B26-A077-4465-8CD2-95B3FB521B19}" dt="2024-12-09T03:51:43.509" v="648" actId="478"/>
          <ac:picMkLst>
            <pc:docMk/>
            <pc:sldMk cId="4177999190" sldId="260"/>
            <ac:picMk id="21" creationId="{9768513D-A42A-4D16-9BA6-7DD96BC4F616}"/>
          </ac:picMkLst>
        </pc:picChg>
      </pc:sldChg>
      <pc:sldChg chg="addSp delSp modSp add mod">
        <pc:chgData name="劉伃茗" userId="4f9bf0dd-d04c-4d61-9e35-a4c898c7323f" providerId="ADAL" clId="{15A14B26-A077-4465-8CD2-95B3FB521B19}" dt="2024-12-19T02:25:07.251" v="1299" actId="1076"/>
        <pc:sldMkLst>
          <pc:docMk/>
          <pc:sldMk cId="813410803" sldId="261"/>
        </pc:sldMkLst>
        <pc:spChg chg="add mod">
          <ac:chgData name="劉伃茗" userId="4f9bf0dd-d04c-4d61-9e35-a4c898c7323f" providerId="ADAL" clId="{15A14B26-A077-4465-8CD2-95B3FB521B19}" dt="2024-12-19T02:25:07.251" v="1299" actId="1076"/>
          <ac:spMkLst>
            <pc:docMk/>
            <pc:sldMk cId="813410803" sldId="261"/>
            <ac:spMk id="2" creationId="{A931A9A3-7F19-47C3-9B05-A703D1DC10D0}"/>
          </ac:spMkLst>
        </pc:spChg>
        <pc:spChg chg="add mod">
          <ac:chgData name="劉伃茗" userId="4f9bf0dd-d04c-4d61-9e35-a4c898c7323f" providerId="ADAL" clId="{15A14B26-A077-4465-8CD2-95B3FB521B19}" dt="2024-12-17T02:48:05.492" v="1100"/>
          <ac:spMkLst>
            <pc:docMk/>
            <pc:sldMk cId="813410803" sldId="261"/>
            <ac:spMk id="7" creationId="{1BB25E75-690E-49F7-BB83-4FBD015BB725}"/>
          </ac:spMkLst>
        </pc:spChg>
        <pc:spChg chg="del">
          <ac:chgData name="劉伃茗" userId="4f9bf0dd-d04c-4d61-9e35-a4c898c7323f" providerId="ADAL" clId="{15A14B26-A077-4465-8CD2-95B3FB521B19}" dt="2024-12-17T02:48:05.171" v="1099" actId="478"/>
          <ac:spMkLst>
            <pc:docMk/>
            <pc:sldMk cId="813410803" sldId="261"/>
            <ac:spMk id="19" creationId="{D59E6CA3-086E-4C5F-8559-2B209768A081}"/>
          </ac:spMkLst>
        </pc:spChg>
        <pc:picChg chg="del">
          <ac:chgData name="劉伃茗" userId="4f9bf0dd-d04c-4d61-9e35-a4c898c7323f" providerId="ADAL" clId="{15A14B26-A077-4465-8CD2-95B3FB521B19}" dt="2024-12-09T03:51:47.446" v="649" actId="478"/>
          <ac:picMkLst>
            <pc:docMk/>
            <pc:sldMk cId="813410803" sldId="261"/>
            <ac:picMk id="3" creationId="{2DF267A2-D492-4F5C-AA35-E2806C1AC0F6}"/>
          </ac:picMkLst>
        </pc:picChg>
        <pc:picChg chg="del">
          <ac:chgData name="劉伃茗" userId="4f9bf0dd-d04c-4d61-9e35-a4c898c7323f" providerId="ADAL" clId="{15A14B26-A077-4465-8CD2-95B3FB521B19}" dt="2024-12-09T03:51:47.446" v="649" actId="478"/>
          <ac:picMkLst>
            <pc:docMk/>
            <pc:sldMk cId="813410803" sldId="261"/>
            <ac:picMk id="16" creationId="{B49132DF-F8AA-4423-8F82-75619485551D}"/>
          </ac:picMkLst>
        </pc:picChg>
        <pc:picChg chg="mod">
          <ac:chgData name="劉伃茗" userId="4f9bf0dd-d04c-4d61-9e35-a4c898c7323f" providerId="ADAL" clId="{15A14B26-A077-4465-8CD2-95B3FB521B19}" dt="2024-12-09T03:52:00.446" v="653" actId="1076"/>
          <ac:picMkLst>
            <pc:docMk/>
            <pc:sldMk cId="813410803" sldId="261"/>
            <ac:picMk id="21" creationId="{9768513D-A42A-4D16-9BA6-7DD96BC4F616}"/>
          </ac:picMkLst>
        </pc:picChg>
      </pc:sldChg>
      <pc:sldChg chg="addSp delSp modSp add mod modNotesTx">
        <pc:chgData name="劉伃茗" userId="4f9bf0dd-d04c-4d61-9e35-a4c898c7323f" providerId="ADAL" clId="{15A14B26-A077-4465-8CD2-95B3FB521B19}" dt="2024-12-19T02:24:12.423" v="1284" actId="1037"/>
        <pc:sldMkLst>
          <pc:docMk/>
          <pc:sldMk cId="2640968797" sldId="262"/>
        </pc:sldMkLst>
        <pc:spChg chg="add mod">
          <ac:chgData name="劉伃茗" userId="4f9bf0dd-d04c-4d61-9e35-a4c898c7323f" providerId="ADAL" clId="{15A14B26-A077-4465-8CD2-95B3FB521B19}" dt="2024-12-17T02:48:14.296" v="1110" actId="20577"/>
          <ac:spMkLst>
            <pc:docMk/>
            <pc:sldMk cId="2640968797" sldId="262"/>
            <ac:spMk id="7" creationId="{7F8B90A1-42AA-4D9D-9E69-8C714BA173C3}"/>
          </ac:spMkLst>
        </pc:spChg>
        <pc:spChg chg="mod">
          <ac:chgData name="劉伃茗" userId="4f9bf0dd-d04c-4d61-9e35-a4c898c7323f" providerId="ADAL" clId="{15A14B26-A077-4465-8CD2-95B3FB521B19}" dt="2024-12-09T04:00:40.431" v="783" actId="2710"/>
          <ac:spMkLst>
            <pc:docMk/>
            <pc:sldMk cId="2640968797" sldId="262"/>
            <ac:spMk id="19" creationId="{D59E6CA3-086E-4C5F-8559-2B209768A081}"/>
          </ac:spMkLst>
        </pc:spChg>
        <pc:picChg chg="add mod">
          <ac:chgData name="劉伃茗" userId="4f9bf0dd-d04c-4d61-9e35-a4c898c7323f" providerId="ADAL" clId="{15A14B26-A077-4465-8CD2-95B3FB521B19}" dt="2024-12-09T04:01:35.306" v="830" actId="1076"/>
          <ac:picMkLst>
            <pc:docMk/>
            <pc:sldMk cId="2640968797" sldId="262"/>
            <ac:picMk id="3" creationId="{70CED650-9151-4F94-8DCA-D200F1637485}"/>
          </ac:picMkLst>
        </pc:picChg>
        <pc:picChg chg="add mod">
          <ac:chgData name="劉伃茗" userId="4f9bf0dd-d04c-4d61-9e35-a4c898c7323f" providerId="ADAL" clId="{15A14B26-A077-4465-8CD2-95B3FB521B19}" dt="2024-12-19T02:24:12.423" v="1284" actId="1037"/>
          <ac:picMkLst>
            <pc:docMk/>
            <pc:sldMk cId="2640968797" sldId="262"/>
            <ac:picMk id="4" creationId="{63EEEEC2-776A-4744-B6D1-EB17C58C2349}"/>
          </ac:picMkLst>
        </pc:picChg>
        <pc:picChg chg="add del mod">
          <ac:chgData name="劉伃茗" userId="4f9bf0dd-d04c-4d61-9e35-a4c898c7323f" providerId="ADAL" clId="{15A14B26-A077-4465-8CD2-95B3FB521B19}" dt="2024-12-09T04:01:44.196" v="833" actId="478"/>
          <ac:picMkLst>
            <pc:docMk/>
            <pc:sldMk cId="2640968797" sldId="262"/>
            <ac:picMk id="5" creationId="{512997D0-55A7-4E4E-84F2-F5431433CA7B}"/>
          </ac:picMkLst>
        </pc:picChg>
        <pc:picChg chg="add del mod">
          <ac:chgData name="劉伃茗" userId="4f9bf0dd-d04c-4d61-9e35-a4c898c7323f" providerId="ADAL" clId="{15A14B26-A077-4465-8CD2-95B3FB521B19}" dt="2024-12-09T04:01:44.196" v="833" actId="478"/>
          <ac:picMkLst>
            <pc:docMk/>
            <pc:sldMk cId="2640968797" sldId="262"/>
            <ac:picMk id="7" creationId="{C1C7CF5C-B523-42B8-A8E5-94BD847EF873}"/>
          </ac:picMkLst>
        </pc:picChg>
        <pc:picChg chg="del">
          <ac:chgData name="劉伃茗" userId="4f9bf0dd-d04c-4d61-9e35-a4c898c7323f" providerId="ADAL" clId="{15A14B26-A077-4465-8CD2-95B3FB521B19}" dt="2024-12-09T04:01:24.743" v="826" actId="478"/>
          <ac:picMkLst>
            <pc:docMk/>
            <pc:sldMk cId="2640968797" sldId="262"/>
            <ac:picMk id="21" creationId="{9768513D-A42A-4D16-9BA6-7DD96BC4F616}"/>
          </ac:picMkLst>
        </pc:picChg>
      </pc:sldChg>
      <pc:sldChg chg="addSp delSp modSp add mod">
        <pc:chgData name="劉伃茗" userId="4f9bf0dd-d04c-4d61-9e35-a4c898c7323f" providerId="ADAL" clId="{15A14B26-A077-4465-8CD2-95B3FB521B19}" dt="2024-12-19T02:25:28.351" v="1306" actId="1076"/>
        <pc:sldMkLst>
          <pc:docMk/>
          <pc:sldMk cId="1702119394" sldId="263"/>
        </pc:sldMkLst>
        <pc:spChg chg="add mod">
          <ac:chgData name="劉伃茗" userId="4f9bf0dd-d04c-4d61-9e35-a4c898c7323f" providerId="ADAL" clId="{15A14B26-A077-4465-8CD2-95B3FB521B19}" dt="2024-12-17T02:48:19.254" v="1111"/>
          <ac:spMkLst>
            <pc:docMk/>
            <pc:sldMk cId="1702119394" sldId="263"/>
            <ac:spMk id="9" creationId="{B98D8965-9741-46BB-836B-79B624A6FC93}"/>
          </ac:spMkLst>
        </pc:spChg>
        <pc:spChg chg="add mod">
          <ac:chgData name="劉伃茗" userId="4f9bf0dd-d04c-4d61-9e35-a4c898c7323f" providerId="ADAL" clId="{15A14B26-A077-4465-8CD2-95B3FB521B19}" dt="2024-12-19T02:25:28.351" v="1306" actId="1076"/>
          <ac:spMkLst>
            <pc:docMk/>
            <pc:sldMk cId="1702119394" sldId="263"/>
            <ac:spMk id="10" creationId="{4DA46556-387A-4FD9-874B-975F879902CA}"/>
          </ac:spMkLst>
        </pc:spChg>
        <pc:picChg chg="del">
          <ac:chgData name="劉伃茗" userId="4f9bf0dd-d04c-4d61-9e35-a4c898c7323f" providerId="ADAL" clId="{15A14B26-A077-4465-8CD2-95B3FB521B19}" dt="2024-12-09T04:01:46.915" v="834" actId="478"/>
          <ac:picMkLst>
            <pc:docMk/>
            <pc:sldMk cId="1702119394" sldId="263"/>
            <ac:picMk id="3" creationId="{70CED650-9151-4F94-8DCA-D200F1637485}"/>
          </ac:picMkLst>
        </pc:picChg>
        <pc:picChg chg="del mod">
          <ac:chgData name="劉伃茗" userId="4f9bf0dd-d04c-4d61-9e35-a4c898c7323f" providerId="ADAL" clId="{15A14B26-A077-4465-8CD2-95B3FB521B19}" dt="2024-12-09T04:02:04.196" v="839" actId="478"/>
          <ac:picMkLst>
            <pc:docMk/>
            <pc:sldMk cId="1702119394" sldId="263"/>
            <ac:picMk id="5" creationId="{512997D0-55A7-4E4E-84F2-F5431433CA7B}"/>
          </ac:picMkLst>
        </pc:picChg>
        <pc:picChg chg="mod">
          <ac:chgData name="劉伃茗" userId="4f9bf0dd-d04c-4d61-9e35-a4c898c7323f" providerId="ADAL" clId="{15A14B26-A077-4465-8CD2-95B3FB521B19}" dt="2024-12-09T04:01:59.774" v="838" actId="14100"/>
          <ac:picMkLst>
            <pc:docMk/>
            <pc:sldMk cId="1702119394" sldId="263"/>
            <ac:picMk id="7" creationId="{C1C7CF5C-B523-42B8-A8E5-94BD847EF873}"/>
          </ac:picMkLst>
        </pc:picChg>
      </pc:sldChg>
      <pc:sldChg chg="addSp delSp modSp add mod">
        <pc:chgData name="劉伃茗" userId="4f9bf0dd-d04c-4d61-9e35-a4c898c7323f" providerId="ADAL" clId="{15A14B26-A077-4465-8CD2-95B3FB521B19}" dt="2024-12-19T02:25:16.892" v="1302" actId="1036"/>
        <pc:sldMkLst>
          <pc:docMk/>
          <pc:sldMk cId="3471236793" sldId="264"/>
        </pc:sldMkLst>
        <pc:spChg chg="add mod">
          <ac:chgData name="劉伃茗" userId="4f9bf0dd-d04c-4d61-9e35-a4c898c7323f" providerId="ADAL" clId="{15A14B26-A077-4465-8CD2-95B3FB521B19}" dt="2024-12-19T02:25:16.892" v="1302" actId="1036"/>
          <ac:spMkLst>
            <pc:docMk/>
            <pc:sldMk cId="3471236793" sldId="264"/>
            <ac:spMk id="7" creationId="{C3B42AA0-BD03-4D1F-B226-54415C160E36}"/>
          </ac:spMkLst>
        </pc:spChg>
        <pc:picChg chg="del">
          <ac:chgData name="劉伃茗" userId="4f9bf0dd-d04c-4d61-9e35-a4c898c7323f" providerId="ADAL" clId="{15A14B26-A077-4465-8CD2-95B3FB521B19}" dt="2024-12-09T04:02:07.866" v="840" actId="478"/>
          <ac:picMkLst>
            <pc:docMk/>
            <pc:sldMk cId="3471236793" sldId="264"/>
            <ac:picMk id="3" creationId="{70CED650-9151-4F94-8DCA-D200F1637485}"/>
          </ac:picMkLst>
        </pc:picChg>
        <pc:picChg chg="mod">
          <ac:chgData name="劉伃茗" userId="4f9bf0dd-d04c-4d61-9e35-a4c898c7323f" providerId="ADAL" clId="{15A14B26-A077-4465-8CD2-95B3FB521B19}" dt="2024-12-09T04:02:17.339" v="842" actId="14100"/>
          <ac:picMkLst>
            <pc:docMk/>
            <pc:sldMk cId="3471236793" sldId="264"/>
            <ac:picMk id="5" creationId="{512997D0-55A7-4E4E-84F2-F5431433CA7B}"/>
          </ac:picMkLst>
        </pc:picChg>
        <pc:picChg chg="del">
          <ac:chgData name="劉伃茗" userId="4f9bf0dd-d04c-4d61-9e35-a4c898c7323f" providerId="ADAL" clId="{15A14B26-A077-4465-8CD2-95B3FB521B19}" dt="2024-12-09T04:02:07.866" v="840" actId="478"/>
          <ac:picMkLst>
            <pc:docMk/>
            <pc:sldMk cId="3471236793" sldId="264"/>
            <ac:picMk id="7" creationId="{C1C7CF5C-B523-42B8-A8E5-94BD847EF873}"/>
          </ac:picMkLst>
        </pc:picChg>
      </pc:sldChg>
      <pc:sldChg chg="addSp delSp modSp add mod">
        <pc:chgData name="劉伃茗" userId="4f9bf0dd-d04c-4d61-9e35-a4c898c7323f" providerId="ADAL" clId="{15A14B26-A077-4465-8CD2-95B3FB521B19}" dt="2024-12-09T04:06:40.852" v="925" actId="478"/>
        <pc:sldMkLst>
          <pc:docMk/>
          <pc:sldMk cId="4028851115" sldId="265"/>
        </pc:sldMkLst>
        <pc:spChg chg="mod">
          <ac:chgData name="劉伃茗" userId="4f9bf0dd-d04c-4d61-9e35-a4c898c7323f" providerId="ADAL" clId="{15A14B26-A077-4465-8CD2-95B3FB521B19}" dt="2024-12-09T04:06:24.712" v="919" actId="20577"/>
          <ac:spMkLst>
            <pc:docMk/>
            <pc:sldMk cId="4028851115" sldId="265"/>
            <ac:spMk id="19" creationId="{D59E6CA3-086E-4C5F-8559-2B209768A081}"/>
          </ac:spMkLst>
        </pc:spChg>
        <pc:picChg chg="add mod">
          <ac:chgData name="劉伃茗" userId="4f9bf0dd-d04c-4d61-9e35-a4c898c7323f" providerId="ADAL" clId="{15A14B26-A077-4465-8CD2-95B3FB521B19}" dt="2024-12-09T04:06:32.368" v="922" actId="14100"/>
          <ac:picMkLst>
            <pc:docMk/>
            <pc:sldMk cId="4028851115" sldId="265"/>
            <ac:picMk id="3" creationId="{AF68DF6B-2289-49A3-BA1D-F6FADD200CC8}"/>
          </ac:picMkLst>
        </pc:picChg>
        <pc:picChg chg="del">
          <ac:chgData name="劉伃茗" userId="4f9bf0dd-d04c-4d61-9e35-a4c898c7323f" providerId="ADAL" clId="{15A14B26-A077-4465-8CD2-95B3FB521B19}" dt="2024-12-09T04:04:04.571" v="890" actId="478"/>
          <ac:picMkLst>
            <pc:docMk/>
            <pc:sldMk cId="4028851115" sldId="265"/>
            <ac:picMk id="5" creationId="{512997D0-55A7-4E4E-84F2-F5431433CA7B}"/>
          </ac:picMkLst>
        </pc:picChg>
        <pc:picChg chg="add del mod">
          <ac:chgData name="劉伃茗" userId="4f9bf0dd-d04c-4d61-9e35-a4c898c7323f" providerId="ADAL" clId="{15A14B26-A077-4465-8CD2-95B3FB521B19}" dt="2024-12-09T04:06:40.852" v="925" actId="478"/>
          <ac:picMkLst>
            <pc:docMk/>
            <pc:sldMk cId="4028851115" sldId="265"/>
            <ac:picMk id="6" creationId="{8C99DC39-0306-4FBC-B4D0-C09E271D5ACF}"/>
          </ac:picMkLst>
        </pc:picChg>
        <pc:picChg chg="add del mod">
          <ac:chgData name="劉伃茗" userId="4f9bf0dd-d04c-4d61-9e35-a4c898c7323f" providerId="ADAL" clId="{15A14B26-A077-4465-8CD2-95B3FB521B19}" dt="2024-12-09T04:06:40.852" v="925" actId="478"/>
          <ac:picMkLst>
            <pc:docMk/>
            <pc:sldMk cId="4028851115" sldId="265"/>
            <ac:picMk id="9" creationId="{AB6D7D26-56D9-4EE9-8227-3EE3A0F80734}"/>
          </ac:picMkLst>
        </pc:picChg>
      </pc:sldChg>
      <pc:sldChg chg="delSp modSp add mod ord">
        <pc:chgData name="劉伃茗" userId="4f9bf0dd-d04c-4d61-9e35-a4c898c7323f" providerId="ADAL" clId="{15A14B26-A077-4465-8CD2-95B3FB521B19}" dt="2024-12-17T01:45:23.737" v="956"/>
        <pc:sldMkLst>
          <pc:docMk/>
          <pc:sldMk cId="823058470" sldId="266"/>
        </pc:sldMkLst>
        <pc:picChg chg="del">
          <ac:chgData name="劉伃茗" userId="4f9bf0dd-d04c-4d61-9e35-a4c898c7323f" providerId="ADAL" clId="{15A14B26-A077-4465-8CD2-95B3FB521B19}" dt="2024-12-09T04:06:44.915" v="926" actId="478"/>
          <ac:picMkLst>
            <pc:docMk/>
            <pc:sldMk cId="823058470" sldId="266"/>
            <ac:picMk id="3" creationId="{AF68DF6B-2289-49A3-BA1D-F6FADD200CC8}"/>
          </ac:picMkLst>
        </pc:picChg>
        <pc:picChg chg="del">
          <ac:chgData name="劉伃茗" userId="4f9bf0dd-d04c-4d61-9e35-a4c898c7323f" providerId="ADAL" clId="{15A14B26-A077-4465-8CD2-95B3FB521B19}" dt="2024-12-09T04:06:52.399" v="929" actId="478"/>
          <ac:picMkLst>
            <pc:docMk/>
            <pc:sldMk cId="823058470" sldId="266"/>
            <ac:picMk id="6" creationId="{8C99DC39-0306-4FBC-B4D0-C09E271D5ACF}"/>
          </ac:picMkLst>
        </pc:picChg>
        <pc:picChg chg="mod">
          <ac:chgData name="劉伃茗" userId="4f9bf0dd-d04c-4d61-9e35-a4c898c7323f" providerId="ADAL" clId="{15A14B26-A077-4465-8CD2-95B3FB521B19}" dt="2024-12-09T04:06:50.790" v="928" actId="14100"/>
          <ac:picMkLst>
            <pc:docMk/>
            <pc:sldMk cId="823058470" sldId="266"/>
            <ac:picMk id="9" creationId="{AB6D7D26-56D9-4EE9-8227-3EE3A0F80734}"/>
          </ac:picMkLst>
        </pc:picChg>
      </pc:sldChg>
      <pc:sldChg chg="delSp modSp add mod">
        <pc:chgData name="劉伃茗" userId="4f9bf0dd-d04c-4d61-9e35-a4c898c7323f" providerId="ADAL" clId="{15A14B26-A077-4465-8CD2-95B3FB521B19}" dt="2024-12-09T04:07:04.727" v="932" actId="14100"/>
        <pc:sldMkLst>
          <pc:docMk/>
          <pc:sldMk cId="4241201296" sldId="267"/>
        </pc:sldMkLst>
        <pc:picChg chg="del">
          <ac:chgData name="劉伃茗" userId="4f9bf0dd-d04c-4d61-9e35-a4c898c7323f" providerId="ADAL" clId="{15A14B26-A077-4465-8CD2-95B3FB521B19}" dt="2024-12-09T04:06:57.196" v="930" actId="478"/>
          <ac:picMkLst>
            <pc:docMk/>
            <pc:sldMk cId="4241201296" sldId="267"/>
            <ac:picMk id="3" creationId="{AF68DF6B-2289-49A3-BA1D-F6FADD200CC8}"/>
          </ac:picMkLst>
        </pc:picChg>
        <pc:picChg chg="mod">
          <ac:chgData name="劉伃茗" userId="4f9bf0dd-d04c-4d61-9e35-a4c898c7323f" providerId="ADAL" clId="{15A14B26-A077-4465-8CD2-95B3FB521B19}" dt="2024-12-09T04:07:04.727" v="932" actId="14100"/>
          <ac:picMkLst>
            <pc:docMk/>
            <pc:sldMk cId="4241201296" sldId="267"/>
            <ac:picMk id="6" creationId="{8C99DC39-0306-4FBC-B4D0-C09E271D5ACF}"/>
          </ac:picMkLst>
        </pc:picChg>
        <pc:picChg chg="del">
          <ac:chgData name="劉伃茗" userId="4f9bf0dd-d04c-4d61-9e35-a4c898c7323f" providerId="ADAL" clId="{15A14B26-A077-4465-8CD2-95B3FB521B19}" dt="2024-12-09T04:06:57.196" v="930" actId="478"/>
          <ac:picMkLst>
            <pc:docMk/>
            <pc:sldMk cId="4241201296" sldId="267"/>
            <ac:picMk id="9" creationId="{AB6D7D26-56D9-4EE9-8227-3EE3A0F80734}"/>
          </ac:picMkLst>
        </pc:picChg>
      </pc:sldChg>
      <pc:sldChg chg="addSp delSp modSp add mod">
        <pc:chgData name="劉伃茗" userId="4f9bf0dd-d04c-4d61-9e35-a4c898c7323f" providerId="ADAL" clId="{15A14B26-A077-4465-8CD2-95B3FB521B19}" dt="2024-12-17T02:46:37.611" v="1094" actId="1037"/>
        <pc:sldMkLst>
          <pc:docMk/>
          <pc:sldMk cId="1495727070" sldId="268"/>
        </pc:sldMkLst>
        <pc:spChg chg="mod">
          <ac:chgData name="劉伃茗" userId="4f9bf0dd-d04c-4d61-9e35-a4c898c7323f" providerId="ADAL" clId="{15A14B26-A077-4465-8CD2-95B3FB521B19}" dt="2024-12-17T02:44:52.071" v="1060" actId="20577"/>
          <ac:spMkLst>
            <pc:docMk/>
            <pc:sldMk cId="1495727070" sldId="268"/>
            <ac:spMk id="19" creationId="{D59E6CA3-086E-4C5F-8559-2B209768A081}"/>
          </ac:spMkLst>
        </pc:spChg>
        <pc:picChg chg="add del mod">
          <ac:chgData name="劉伃茗" userId="4f9bf0dd-d04c-4d61-9e35-a4c898c7323f" providerId="ADAL" clId="{15A14B26-A077-4465-8CD2-95B3FB521B19}" dt="2024-12-17T02:45:38.401" v="1063" actId="21"/>
          <ac:picMkLst>
            <pc:docMk/>
            <pc:sldMk cId="1495727070" sldId="268"/>
            <ac:picMk id="3" creationId="{912BA963-6CE9-49E7-A40F-FD28A3A2E920}"/>
          </ac:picMkLst>
        </pc:picChg>
        <pc:picChg chg="add mod">
          <ac:chgData name="劉伃茗" userId="4f9bf0dd-d04c-4d61-9e35-a4c898c7323f" providerId="ADAL" clId="{15A14B26-A077-4465-8CD2-95B3FB521B19}" dt="2024-12-17T02:46:37.611" v="1094" actId="1037"/>
          <ac:picMkLst>
            <pc:docMk/>
            <pc:sldMk cId="1495727070" sldId="268"/>
            <ac:picMk id="5" creationId="{2426A472-8C50-44F7-9CBD-16527F5DE895}"/>
          </ac:picMkLst>
        </pc:picChg>
        <pc:picChg chg="del">
          <ac:chgData name="劉伃茗" userId="4f9bf0dd-d04c-4d61-9e35-a4c898c7323f" providerId="ADAL" clId="{15A14B26-A077-4465-8CD2-95B3FB521B19}" dt="2024-12-17T02:01:25.859" v="1042" actId="478"/>
          <ac:picMkLst>
            <pc:docMk/>
            <pc:sldMk cId="1495727070" sldId="268"/>
            <ac:picMk id="6" creationId="{8C99DC39-0306-4FBC-B4D0-C09E271D5ACF}"/>
          </ac:picMkLst>
        </pc:picChg>
        <pc:picChg chg="add del mod">
          <ac:chgData name="劉伃茗" userId="4f9bf0dd-d04c-4d61-9e35-a4c898c7323f" providerId="ADAL" clId="{15A14B26-A077-4465-8CD2-95B3FB521B19}" dt="2024-12-17T02:45:55.291" v="1071" actId="478"/>
          <ac:picMkLst>
            <pc:docMk/>
            <pc:sldMk cId="1495727070" sldId="268"/>
            <ac:picMk id="11" creationId="{1C07EFB0-CC23-4543-8073-E9D7CF1C6E9D}"/>
          </ac:picMkLst>
        </pc:picChg>
      </pc:sldChg>
      <pc:sldChg chg="delSp modSp add mod">
        <pc:chgData name="劉伃茗" userId="4f9bf0dd-d04c-4d61-9e35-a4c898c7323f" providerId="ADAL" clId="{15A14B26-A077-4465-8CD2-95B3FB521B19}" dt="2024-12-17T02:46:14.453" v="1089" actId="20577"/>
        <pc:sldMkLst>
          <pc:docMk/>
          <pc:sldMk cId="3685559317" sldId="269"/>
        </pc:sldMkLst>
        <pc:spChg chg="mod">
          <ac:chgData name="劉伃茗" userId="4f9bf0dd-d04c-4d61-9e35-a4c898c7323f" providerId="ADAL" clId="{15A14B26-A077-4465-8CD2-95B3FB521B19}" dt="2024-12-17T02:46:14.453" v="1089" actId="20577"/>
          <ac:spMkLst>
            <pc:docMk/>
            <pc:sldMk cId="3685559317" sldId="269"/>
            <ac:spMk id="19" creationId="{D59E6CA3-086E-4C5F-8559-2B209768A081}"/>
          </ac:spMkLst>
        </pc:spChg>
        <pc:picChg chg="del">
          <ac:chgData name="劉伃茗" userId="4f9bf0dd-d04c-4d61-9e35-a4c898c7323f" providerId="ADAL" clId="{15A14B26-A077-4465-8CD2-95B3FB521B19}" dt="2024-12-17T02:45:58.460" v="1072" actId="478"/>
          <ac:picMkLst>
            <pc:docMk/>
            <pc:sldMk cId="3685559317" sldId="269"/>
            <ac:picMk id="5" creationId="{2426A472-8C50-44F7-9CBD-16527F5DE895}"/>
          </ac:picMkLst>
        </pc:picChg>
        <pc:picChg chg="mod">
          <ac:chgData name="劉伃茗" userId="4f9bf0dd-d04c-4d61-9e35-a4c898c7323f" providerId="ADAL" clId="{15A14B26-A077-4465-8CD2-95B3FB521B19}" dt="2024-12-17T02:46:05.326" v="1075" actId="1076"/>
          <ac:picMkLst>
            <pc:docMk/>
            <pc:sldMk cId="3685559317" sldId="269"/>
            <ac:picMk id="11" creationId="{1C07EFB0-CC23-4543-8073-E9D7CF1C6E9D}"/>
          </ac:picMkLst>
        </pc:picChg>
      </pc:sldChg>
      <pc:sldChg chg="addSp delSp modSp add mod">
        <pc:chgData name="劉伃茗" userId="4f9bf0dd-d04c-4d61-9e35-a4c898c7323f" providerId="ADAL" clId="{15A14B26-A077-4465-8CD2-95B3FB521B19}" dt="2024-12-17T02:55:15.984" v="1158" actId="478"/>
        <pc:sldMkLst>
          <pc:docMk/>
          <pc:sldMk cId="3361816394" sldId="270"/>
        </pc:sldMkLst>
        <pc:spChg chg="mod">
          <ac:chgData name="劉伃茗" userId="4f9bf0dd-d04c-4d61-9e35-a4c898c7323f" providerId="ADAL" clId="{15A14B26-A077-4465-8CD2-95B3FB521B19}" dt="2024-12-17T02:53:11.933" v="1135" actId="20577"/>
          <ac:spMkLst>
            <pc:docMk/>
            <pc:sldMk cId="3361816394" sldId="270"/>
            <ac:spMk id="19" creationId="{D59E6CA3-086E-4C5F-8559-2B209768A081}"/>
          </ac:spMkLst>
        </pc:spChg>
        <pc:picChg chg="add del mod">
          <ac:chgData name="劉伃茗" userId="4f9bf0dd-d04c-4d61-9e35-a4c898c7323f" providerId="ADAL" clId="{15A14B26-A077-4465-8CD2-95B3FB521B19}" dt="2024-12-17T02:55:15.984" v="1158" actId="478"/>
          <ac:picMkLst>
            <pc:docMk/>
            <pc:sldMk cId="3361816394" sldId="270"/>
            <ac:picMk id="3" creationId="{5DC9385B-44F6-406C-96A3-4263E7722B77}"/>
          </ac:picMkLst>
        </pc:picChg>
        <pc:picChg chg="add del mod">
          <ac:chgData name="劉伃茗" userId="4f9bf0dd-d04c-4d61-9e35-a4c898c7323f" providerId="ADAL" clId="{15A14B26-A077-4465-8CD2-95B3FB521B19}" dt="2024-12-17T02:55:15.984" v="1158" actId="478"/>
          <ac:picMkLst>
            <pc:docMk/>
            <pc:sldMk cId="3361816394" sldId="270"/>
            <ac:picMk id="5" creationId="{EBFFA4FD-A0F8-4914-8EA0-782032356F46}"/>
          </ac:picMkLst>
        </pc:picChg>
        <pc:picChg chg="add del mod">
          <ac:chgData name="劉伃茗" userId="4f9bf0dd-d04c-4d61-9e35-a4c898c7323f" providerId="ADAL" clId="{15A14B26-A077-4465-8CD2-95B3FB521B19}" dt="2024-12-17T02:55:15.984" v="1158" actId="478"/>
          <ac:picMkLst>
            <pc:docMk/>
            <pc:sldMk cId="3361816394" sldId="270"/>
            <ac:picMk id="7" creationId="{C34296C0-54DA-46DA-BE5B-D26EB7F60EC9}"/>
          </ac:picMkLst>
        </pc:picChg>
        <pc:picChg chg="del">
          <ac:chgData name="劉伃茗" userId="4f9bf0dd-d04c-4d61-9e35-a4c898c7323f" providerId="ADAL" clId="{15A14B26-A077-4465-8CD2-95B3FB521B19}" dt="2024-12-17T02:52:57.265" v="1113" actId="478"/>
          <ac:picMkLst>
            <pc:docMk/>
            <pc:sldMk cId="3361816394" sldId="270"/>
            <ac:picMk id="11" creationId="{1C07EFB0-CC23-4543-8073-E9D7CF1C6E9D}"/>
          </ac:picMkLst>
        </pc:picChg>
      </pc:sldChg>
      <pc:sldChg chg="delSp modSp add mod">
        <pc:chgData name="劉伃茗" userId="4f9bf0dd-d04c-4d61-9e35-a4c898c7323f" providerId="ADAL" clId="{15A14B26-A077-4465-8CD2-95B3FB521B19}" dt="2024-12-17T02:55:08.483" v="1157" actId="1076"/>
        <pc:sldMkLst>
          <pc:docMk/>
          <pc:sldMk cId="235271230" sldId="271"/>
        </pc:sldMkLst>
        <pc:spChg chg="del">
          <ac:chgData name="劉伃茗" userId="4f9bf0dd-d04c-4d61-9e35-a4c898c7323f" providerId="ADAL" clId="{15A14B26-A077-4465-8CD2-95B3FB521B19}" dt="2024-12-17T02:54:39.336" v="1146" actId="478"/>
          <ac:spMkLst>
            <pc:docMk/>
            <pc:sldMk cId="235271230" sldId="271"/>
            <ac:spMk id="8" creationId="{71860E32-9E61-4693-AB32-89ECE3DD8861}"/>
          </ac:spMkLst>
        </pc:spChg>
        <pc:spChg chg="del">
          <ac:chgData name="劉伃茗" userId="4f9bf0dd-d04c-4d61-9e35-a4c898c7323f" providerId="ADAL" clId="{15A14B26-A077-4465-8CD2-95B3FB521B19}" dt="2024-12-17T02:54:39.336" v="1146" actId="478"/>
          <ac:spMkLst>
            <pc:docMk/>
            <pc:sldMk cId="235271230" sldId="271"/>
            <ac:spMk id="17" creationId="{909AB152-DBFC-4327-8DB4-562AFB7091B2}"/>
          </ac:spMkLst>
        </pc:spChg>
        <pc:spChg chg="del">
          <ac:chgData name="劉伃茗" userId="4f9bf0dd-d04c-4d61-9e35-a4c898c7323f" providerId="ADAL" clId="{15A14B26-A077-4465-8CD2-95B3FB521B19}" dt="2024-12-17T02:54:43.371" v="1147" actId="478"/>
          <ac:spMkLst>
            <pc:docMk/>
            <pc:sldMk cId="235271230" sldId="271"/>
            <ac:spMk id="19" creationId="{D59E6CA3-086E-4C5F-8559-2B209768A081}"/>
          </ac:spMkLst>
        </pc:spChg>
        <pc:spChg chg="del">
          <ac:chgData name="劉伃茗" userId="4f9bf0dd-d04c-4d61-9e35-a4c898c7323f" providerId="ADAL" clId="{15A14B26-A077-4465-8CD2-95B3FB521B19}" dt="2024-12-17T02:54:39.336" v="1146" actId="478"/>
          <ac:spMkLst>
            <pc:docMk/>
            <pc:sldMk cId="235271230" sldId="271"/>
            <ac:spMk id="20" creationId="{8391DF00-F161-4FAE-9513-37BFDACC03E3}"/>
          </ac:spMkLst>
        </pc:spChg>
        <pc:picChg chg="mod">
          <ac:chgData name="劉伃茗" userId="4f9bf0dd-d04c-4d61-9e35-a4c898c7323f" providerId="ADAL" clId="{15A14B26-A077-4465-8CD2-95B3FB521B19}" dt="2024-12-17T02:55:08.483" v="1157" actId="1076"/>
          <ac:picMkLst>
            <pc:docMk/>
            <pc:sldMk cId="235271230" sldId="271"/>
            <ac:picMk id="3" creationId="{5DC9385B-44F6-406C-96A3-4263E7722B77}"/>
          </ac:picMkLst>
        </pc:picChg>
        <pc:picChg chg="mod ord">
          <ac:chgData name="劉伃茗" userId="4f9bf0dd-d04c-4d61-9e35-a4c898c7323f" providerId="ADAL" clId="{15A14B26-A077-4465-8CD2-95B3FB521B19}" dt="2024-12-17T02:55:04.112" v="1156" actId="1035"/>
          <ac:picMkLst>
            <pc:docMk/>
            <pc:sldMk cId="235271230" sldId="271"/>
            <ac:picMk id="5" creationId="{EBFFA4FD-A0F8-4914-8EA0-782032356F46}"/>
          </ac:picMkLst>
        </pc:picChg>
        <pc:picChg chg="mod">
          <ac:chgData name="劉伃茗" userId="4f9bf0dd-d04c-4d61-9e35-a4c898c7323f" providerId="ADAL" clId="{15A14B26-A077-4465-8CD2-95B3FB521B19}" dt="2024-12-17T02:54:57.269" v="1150" actId="1076"/>
          <ac:picMkLst>
            <pc:docMk/>
            <pc:sldMk cId="235271230" sldId="271"/>
            <ac:picMk id="7" creationId="{C34296C0-54DA-46DA-BE5B-D26EB7F60EC9}"/>
          </ac:picMkLst>
        </pc:picChg>
      </pc:sldChg>
      <pc:sldChg chg="addSp delSp modSp add mod">
        <pc:chgData name="劉伃茗" userId="4f9bf0dd-d04c-4d61-9e35-a4c898c7323f" providerId="ADAL" clId="{15A14B26-A077-4465-8CD2-95B3FB521B19}" dt="2024-12-17T03:02:40.222" v="1265" actId="20577"/>
        <pc:sldMkLst>
          <pc:docMk/>
          <pc:sldMk cId="3630747433" sldId="272"/>
        </pc:sldMkLst>
        <pc:spChg chg="add del mod">
          <ac:chgData name="劉伃茗" userId="4f9bf0dd-d04c-4d61-9e35-a4c898c7323f" providerId="ADAL" clId="{15A14B26-A077-4465-8CD2-95B3FB521B19}" dt="2024-12-17T03:02:03.905" v="1214" actId="478"/>
          <ac:spMkLst>
            <pc:docMk/>
            <pc:sldMk cId="3630747433" sldId="272"/>
            <ac:spMk id="2" creationId="{7AB3CBFA-2CE5-471A-BE1C-413B42AD7546}"/>
          </ac:spMkLst>
        </pc:spChg>
        <pc:spChg chg="add del">
          <ac:chgData name="劉伃茗" userId="4f9bf0dd-d04c-4d61-9e35-a4c898c7323f" providerId="ADAL" clId="{15A14B26-A077-4465-8CD2-95B3FB521B19}" dt="2024-12-17T03:00:28.789" v="1187"/>
          <ac:spMkLst>
            <pc:docMk/>
            <pc:sldMk cId="3630747433" sldId="272"/>
            <ac:spMk id="3" creationId="{FD6A9003-C3F4-4ABD-8410-7B914A9AA651}"/>
          </ac:spMkLst>
        </pc:spChg>
        <pc:spChg chg="add del">
          <ac:chgData name="劉伃茗" userId="4f9bf0dd-d04c-4d61-9e35-a4c898c7323f" providerId="ADAL" clId="{15A14B26-A077-4465-8CD2-95B3FB521B19}" dt="2024-12-17T03:02:03.905" v="1214" actId="478"/>
          <ac:spMkLst>
            <pc:docMk/>
            <pc:sldMk cId="3630747433" sldId="272"/>
            <ac:spMk id="4" creationId="{B0B0F993-FD81-46A7-9E55-882D6289D0D0}"/>
          </ac:spMkLst>
        </pc:spChg>
        <pc:spChg chg="mod">
          <ac:chgData name="劉伃茗" userId="4f9bf0dd-d04c-4d61-9e35-a4c898c7323f" providerId="ADAL" clId="{15A14B26-A077-4465-8CD2-95B3FB521B19}" dt="2024-12-17T03:02:40.222" v="1265" actId="20577"/>
          <ac:spMkLst>
            <pc:docMk/>
            <pc:sldMk cId="3630747433" sldId="272"/>
            <ac:spMk id="19" creationId="{D59E6CA3-086E-4C5F-8559-2B209768A081}"/>
          </ac:spMkLst>
        </pc:spChg>
      </pc:sldChg>
      <pc:sldChg chg="addSp modSp add mod ord">
        <pc:chgData name="劉伃茗" userId="4f9bf0dd-d04c-4d61-9e35-a4c898c7323f" providerId="ADAL" clId="{15A14B26-A077-4465-8CD2-95B3FB521B19}" dt="2024-12-19T02:22:24.292" v="1280" actId="20577"/>
        <pc:sldMkLst>
          <pc:docMk/>
          <pc:sldMk cId="1100180867" sldId="273"/>
        </pc:sldMkLst>
        <pc:spChg chg="mod">
          <ac:chgData name="劉伃茗" userId="4f9bf0dd-d04c-4d61-9e35-a4c898c7323f" providerId="ADAL" clId="{15A14B26-A077-4465-8CD2-95B3FB521B19}" dt="2024-12-19T02:22:24.292" v="1280" actId="20577"/>
          <ac:spMkLst>
            <pc:docMk/>
            <pc:sldMk cId="1100180867" sldId="273"/>
            <ac:spMk id="19" creationId="{D59E6CA3-086E-4C5F-8559-2B209768A081}"/>
          </ac:spMkLst>
        </pc:spChg>
        <pc:picChg chg="add mod">
          <ac:chgData name="劉伃茗" userId="4f9bf0dd-d04c-4d61-9e35-a4c898c7323f" providerId="ADAL" clId="{15A14B26-A077-4465-8CD2-95B3FB521B19}" dt="2024-12-19T02:22:17.280" v="1271" actId="14100"/>
          <ac:picMkLst>
            <pc:docMk/>
            <pc:sldMk cId="1100180867" sldId="273"/>
            <ac:picMk id="3" creationId="{235F845C-7B3E-4F3A-9970-FC36F202305E}"/>
          </ac:picMkLst>
        </pc:picChg>
      </pc:sldChg>
      <pc:sldChg chg="addSp delSp modSp add mod">
        <pc:chgData name="劉伃茗" userId="4f9bf0dd-d04c-4d61-9e35-a4c898c7323f" providerId="ADAL" clId="{15A14B26-A077-4465-8CD2-95B3FB521B19}" dt="2024-12-19T02:33:10.786" v="1336" actId="1076"/>
        <pc:sldMkLst>
          <pc:docMk/>
          <pc:sldMk cId="1665879503" sldId="274"/>
        </pc:sldMkLst>
        <pc:spChg chg="add del">
          <ac:chgData name="劉伃茗" userId="4f9bf0dd-d04c-4d61-9e35-a4c898c7323f" providerId="ADAL" clId="{15A14B26-A077-4465-8CD2-95B3FB521B19}" dt="2024-12-19T02:32:15.236" v="1321"/>
          <ac:spMkLst>
            <pc:docMk/>
            <pc:sldMk cId="1665879503" sldId="274"/>
            <ac:spMk id="2" creationId="{0F5CFF8B-1EE2-4852-90B4-80805BCA9CCC}"/>
          </ac:spMkLst>
        </pc:spChg>
        <pc:spChg chg="add mod">
          <ac:chgData name="劉伃茗" userId="4f9bf0dd-d04c-4d61-9e35-a4c898c7323f" providerId="ADAL" clId="{15A14B26-A077-4465-8CD2-95B3FB521B19}" dt="2024-12-19T02:33:10.786" v="1336" actId="1076"/>
          <ac:spMkLst>
            <pc:docMk/>
            <pc:sldMk cId="1665879503" sldId="274"/>
            <ac:spMk id="6" creationId="{5BA0BB65-24D7-4D90-9A73-884CC042259E}"/>
          </ac:spMkLst>
        </pc:spChg>
        <pc:spChg chg="mod">
          <ac:chgData name="劉伃茗" userId="4f9bf0dd-d04c-4d61-9e35-a4c898c7323f" providerId="ADAL" clId="{15A14B26-A077-4465-8CD2-95B3FB521B19}" dt="2024-12-19T02:28:24.992" v="1318" actId="20577"/>
          <ac:spMkLst>
            <pc:docMk/>
            <pc:sldMk cId="1665879503" sldId="274"/>
            <ac:spMk id="19" creationId="{D59E6CA3-086E-4C5F-8559-2B209768A081}"/>
          </ac:spMkLst>
        </pc:spChg>
      </pc:sldChg>
      <pc:sldMasterChg chg="setBg addSldLayout modSldLayout">
        <pc:chgData name="劉伃茗" userId="4f9bf0dd-d04c-4d61-9e35-a4c898c7323f" providerId="ADAL" clId="{15A14B26-A077-4465-8CD2-95B3FB521B19}" dt="2024-12-01T07:46:43.065" v="8"/>
        <pc:sldMasterMkLst>
          <pc:docMk/>
          <pc:sldMasterMk cId="1221178666" sldId="2147483648"/>
        </pc:sldMasterMkLst>
        <pc:sldLayoutChg chg="add setBg">
          <pc:chgData name="劉伃茗" userId="4f9bf0dd-d04c-4d61-9e35-a4c898c7323f" providerId="ADAL" clId="{15A14B26-A077-4465-8CD2-95B3FB521B19}" dt="2024-12-01T07:46:43.065" v="8"/>
          <pc:sldLayoutMkLst>
            <pc:docMk/>
            <pc:sldMasterMk cId="1221178666" sldId="2147483648"/>
            <pc:sldLayoutMk cId="2767300679"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96469B-E0F7-4DAE-BC3C-700C7D9BDAE8}" type="datetimeFigureOut">
              <a:rPr lang="zh-TW" altLang="en-US" smtClean="0"/>
              <a:t>2024/12/19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C08F1-28AB-4ABA-B8CA-99F5D3D0096D}" type="slidenum">
              <a:rPr lang="zh-TW" altLang="en-US" smtClean="0"/>
              <a:t>‹#›</a:t>
            </a:fld>
            <a:endParaRPr lang="zh-TW" altLang="en-US"/>
          </a:p>
        </p:txBody>
      </p:sp>
    </p:spTree>
    <p:extLst>
      <p:ext uri="{BB962C8B-B14F-4D97-AF65-F5344CB8AC3E}">
        <p14:creationId xmlns:p14="http://schemas.microsoft.com/office/powerpoint/2010/main" val="4008260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8</a:t>
            </a:fld>
            <a:endParaRPr lang="zh-TW" altLang="en-US"/>
          </a:p>
        </p:txBody>
      </p:sp>
    </p:spTree>
    <p:extLst>
      <p:ext uri="{BB962C8B-B14F-4D97-AF65-F5344CB8AC3E}">
        <p14:creationId xmlns:p14="http://schemas.microsoft.com/office/powerpoint/2010/main" val="1322497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9</a:t>
            </a:fld>
            <a:endParaRPr lang="zh-TW" altLang="en-US"/>
          </a:p>
        </p:txBody>
      </p:sp>
    </p:spTree>
    <p:extLst>
      <p:ext uri="{BB962C8B-B14F-4D97-AF65-F5344CB8AC3E}">
        <p14:creationId xmlns:p14="http://schemas.microsoft.com/office/powerpoint/2010/main" val="2810193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10</a:t>
            </a:fld>
            <a:endParaRPr lang="zh-TW" altLang="en-US"/>
          </a:p>
        </p:txBody>
      </p:sp>
    </p:spTree>
    <p:extLst>
      <p:ext uri="{BB962C8B-B14F-4D97-AF65-F5344CB8AC3E}">
        <p14:creationId xmlns:p14="http://schemas.microsoft.com/office/powerpoint/2010/main" val="1835813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11</a:t>
            </a:fld>
            <a:endParaRPr lang="zh-TW" altLang="en-US"/>
          </a:p>
        </p:txBody>
      </p:sp>
    </p:spTree>
    <p:extLst>
      <p:ext uri="{BB962C8B-B14F-4D97-AF65-F5344CB8AC3E}">
        <p14:creationId xmlns:p14="http://schemas.microsoft.com/office/powerpoint/2010/main" val="1512397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12</a:t>
            </a:fld>
            <a:endParaRPr lang="zh-TW" altLang="en-US"/>
          </a:p>
        </p:txBody>
      </p:sp>
    </p:spTree>
    <p:extLst>
      <p:ext uri="{BB962C8B-B14F-4D97-AF65-F5344CB8AC3E}">
        <p14:creationId xmlns:p14="http://schemas.microsoft.com/office/powerpoint/2010/main" val="3236829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13</a:t>
            </a:fld>
            <a:endParaRPr lang="zh-TW" altLang="en-US"/>
          </a:p>
        </p:txBody>
      </p:sp>
    </p:spTree>
    <p:extLst>
      <p:ext uri="{BB962C8B-B14F-4D97-AF65-F5344CB8AC3E}">
        <p14:creationId xmlns:p14="http://schemas.microsoft.com/office/powerpoint/2010/main" val="2811605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14</a:t>
            </a:fld>
            <a:endParaRPr lang="zh-TW" altLang="en-US"/>
          </a:p>
        </p:txBody>
      </p:sp>
    </p:spTree>
    <p:extLst>
      <p:ext uri="{BB962C8B-B14F-4D97-AF65-F5344CB8AC3E}">
        <p14:creationId xmlns:p14="http://schemas.microsoft.com/office/powerpoint/2010/main" val="3012597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15</a:t>
            </a:fld>
            <a:endParaRPr lang="zh-TW" altLang="en-US"/>
          </a:p>
        </p:txBody>
      </p:sp>
    </p:spTree>
    <p:extLst>
      <p:ext uri="{BB962C8B-B14F-4D97-AF65-F5344CB8AC3E}">
        <p14:creationId xmlns:p14="http://schemas.microsoft.com/office/powerpoint/2010/main" val="139892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16</a:t>
            </a:fld>
            <a:endParaRPr lang="zh-TW" altLang="en-US"/>
          </a:p>
        </p:txBody>
      </p:sp>
    </p:spTree>
    <p:extLst>
      <p:ext uri="{BB962C8B-B14F-4D97-AF65-F5344CB8AC3E}">
        <p14:creationId xmlns:p14="http://schemas.microsoft.com/office/powerpoint/2010/main" val="1589589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17</a:t>
            </a:fld>
            <a:endParaRPr lang="zh-TW" altLang="en-US"/>
          </a:p>
        </p:txBody>
      </p:sp>
    </p:spTree>
    <p:extLst>
      <p:ext uri="{BB962C8B-B14F-4D97-AF65-F5344CB8AC3E}">
        <p14:creationId xmlns:p14="http://schemas.microsoft.com/office/powerpoint/2010/main" val="230552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18</a:t>
            </a:fld>
            <a:endParaRPr lang="zh-TW" altLang="en-US"/>
          </a:p>
        </p:txBody>
      </p:sp>
    </p:spTree>
    <p:extLst>
      <p:ext uri="{BB962C8B-B14F-4D97-AF65-F5344CB8AC3E}">
        <p14:creationId xmlns:p14="http://schemas.microsoft.com/office/powerpoint/2010/main" val="1275061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給到</a:t>
            </a:r>
            <a:r>
              <a:rPr lang="en-US" altLang="zh-TW" dirty="0"/>
              <a:t>0.01</a:t>
            </a:r>
            <a:r>
              <a:rPr lang="zh-TW" altLang="en-US" dirty="0"/>
              <a:t>會爆掉，無法收斂</a:t>
            </a:r>
            <a:endParaRPr lang="en-US" altLang="zh-TW" dirty="0"/>
          </a:p>
          <a:p>
            <a:r>
              <a:rPr lang="zh-TW" altLang="en-US" dirty="0"/>
              <a:t>迴圈大概跑個</a:t>
            </a:r>
            <a:r>
              <a:rPr lang="en-US" altLang="zh-TW" dirty="0"/>
              <a:t>100</a:t>
            </a:r>
            <a:r>
              <a:rPr lang="zh-TW" altLang="en-US" dirty="0"/>
              <a:t>上下</a:t>
            </a:r>
          </a:p>
        </p:txBody>
      </p:sp>
      <p:sp>
        <p:nvSpPr>
          <p:cNvPr id="4" name="投影片編號版面配置區 3"/>
          <p:cNvSpPr>
            <a:spLocks noGrp="1"/>
          </p:cNvSpPr>
          <p:nvPr>
            <p:ph type="sldNum" sz="quarter" idx="5"/>
          </p:nvPr>
        </p:nvSpPr>
        <p:spPr/>
        <p:txBody>
          <a:bodyPr/>
          <a:lstStyle/>
          <a:p>
            <a:fld id="{0F4C08F1-28AB-4ABA-B8CA-99F5D3D0096D}" type="slidenum">
              <a:rPr lang="zh-TW" altLang="en-US" smtClean="0"/>
              <a:t>19</a:t>
            </a:fld>
            <a:endParaRPr lang="zh-TW" altLang="en-US"/>
          </a:p>
        </p:txBody>
      </p:sp>
    </p:spTree>
    <p:extLst>
      <p:ext uri="{BB962C8B-B14F-4D97-AF65-F5344CB8AC3E}">
        <p14:creationId xmlns:p14="http://schemas.microsoft.com/office/powerpoint/2010/main" val="3460458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C1ADD0-E838-4D27-A953-BDFA6F5A5F9A}"/>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64BEE8E-8FDD-4D0B-A1DB-7AB256A2900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Tree>
    <p:extLst>
      <p:ext uri="{BB962C8B-B14F-4D97-AF65-F5344CB8AC3E}">
        <p14:creationId xmlns:p14="http://schemas.microsoft.com/office/powerpoint/2010/main" val="276730067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178666"/>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圖片">
            <a:extLst>
              <a:ext uri="{FF2B5EF4-FFF2-40B4-BE49-F238E27FC236}">
                <a16:creationId xmlns:a16="http://schemas.microsoft.com/office/drawing/2014/main" id="{B563DCAB-58A0-4E05-B02D-A8D60B1D4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1475" y="-114300"/>
            <a:ext cx="6858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群組 8">
            <a:extLst>
              <a:ext uri="{FF2B5EF4-FFF2-40B4-BE49-F238E27FC236}">
                <a16:creationId xmlns:a16="http://schemas.microsoft.com/office/drawing/2014/main" id="{A83E256A-1B6C-4D9A-AC61-33E30333C20A}"/>
              </a:ext>
            </a:extLst>
          </p:cNvPr>
          <p:cNvGrpSpPr/>
          <p:nvPr/>
        </p:nvGrpSpPr>
        <p:grpSpPr>
          <a:xfrm>
            <a:off x="-12860210" y="0"/>
            <a:ext cx="3168000" cy="6629400"/>
            <a:chOff x="194310" y="114300"/>
            <a:chExt cx="3168000" cy="6629400"/>
          </a:xfrm>
        </p:grpSpPr>
        <p:sp>
          <p:nvSpPr>
            <p:cNvPr id="4" name="矩形: 圓角 3">
              <a:extLst>
                <a:ext uri="{FF2B5EF4-FFF2-40B4-BE49-F238E27FC236}">
                  <a16:creationId xmlns:a16="http://schemas.microsoft.com/office/drawing/2014/main" id="{84805C9C-AF5F-499F-BD67-AB58E67D233F}"/>
                </a:ext>
              </a:extLst>
            </p:cNvPr>
            <p:cNvSpPr/>
            <p:nvPr/>
          </p:nvSpPr>
          <p:spPr>
            <a:xfrm>
              <a:off x="194310" y="114300"/>
              <a:ext cx="3168000" cy="6629400"/>
            </a:xfrm>
            <a:prstGeom prst="roundRect">
              <a:avLst>
                <a:gd name="adj" fmla="val 5987"/>
              </a:avLst>
            </a:prstGeom>
            <a:solidFill>
              <a:srgbClr val="A2CAA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a:extLst>
                <a:ext uri="{FF2B5EF4-FFF2-40B4-BE49-F238E27FC236}">
                  <a16:creationId xmlns:a16="http://schemas.microsoft.com/office/drawing/2014/main" id="{648A2A0E-3992-4076-A3D0-3A35BF90AA68}"/>
                </a:ext>
              </a:extLst>
            </p:cNvPr>
            <p:cNvSpPr/>
            <p:nvPr/>
          </p:nvSpPr>
          <p:spPr>
            <a:xfrm>
              <a:off x="1259173" y="933854"/>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ea typeface="Gadugi" panose="020B0502040204020203" pitchFamily="34" charset="0"/>
                </a:rPr>
                <a:t>01</a:t>
              </a:r>
              <a:endParaRPr lang="zh-TW" altLang="en-US" dirty="0">
                <a:solidFill>
                  <a:schemeClr val="tx1"/>
                </a:solidFill>
              </a:endParaRPr>
            </a:p>
          </p:txBody>
        </p:sp>
      </p:grpSp>
      <p:grpSp>
        <p:nvGrpSpPr>
          <p:cNvPr id="14" name="群組 13">
            <a:extLst>
              <a:ext uri="{FF2B5EF4-FFF2-40B4-BE49-F238E27FC236}">
                <a16:creationId xmlns:a16="http://schemas.microsoft.com/office/drawing/2014/main" id="{C99EA13E-CD2C-4C92-B9F6-56792A4FB139}"/>
              </a:ext>
            </a:extLst>
          </p:cNvPr>
          <p:cNvGrpSpPr/>
          <p:nvPr/>
        </p:nvGrpSpPr>
        <p:grpSpPr>
          <a:xfrm>
            <a:off x="-9981750" y="0"/>
            <a:ext cx="3168000" cy="6629400"/>
            <a:chOff x="3072770" y="114300"/>
            <a:chExt cx="3168000" cy="6629400"/>
          </a:xfrm>
        </p:grpSpPr>
        <p:sp>
          <p:nvSpPr>
            <p:cNvPr id="6" name="矩形: 圓角 5">
              <a:extLst>
                <a:ext uri="{FF2B5EF4-FFF2-40B4-BE49-F238E27FC236}">
                  <a16:creationId xmlns:a16="http://schemas.microsoft.com/office/drawing/2014/main" id="{6CF47DC6-66A9-4D47-A2C2-DA3D476FB8B3}"/>
                </a:ext>
              </a:extLst>
            </p:cNvPr>
            <p:cNvSpPr/>
            <p:nvPr/>
          </p:nvSpPr>
          <p:spPr>
            <a:xfrm>
              <a:off x="3072770" y="114300"/>
              <a:ext cx="3168000" cy="6629400"/>
            </a:xfrm>
            <a:prstGeom prst="roundRect">
              <a:avLst>
                <a:gd name="adj" fmla="val 5987"/>
              </a:avLst>
            </a:prstGeom>
            <a:solidFill>
              <a:srgbClr val="DFA4A6"/>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圓角 9">
              <a:extLst>
                <a:ext uri="{FF2B5EF4-FFF2-40B4-BE49-F238E27FC236}">
                  <a16:creationId xmlns:a16="http://schemas.microsoft.com/office/drawing/2014/main" id="{F0175AF4-72B0-48DB-97F1-F92599CE2995}"/>
                </a:ext>
              </a:extLst>
            </p:cNvPr>
            <p:cNvSpPr/>
            <p:nvPr/>
          </p:nvSpPr>
          <p:spPr>
            <a:xfrm>
              <a:off x="4198702" y="933854"/>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02</a:t>
              </a:r>
              <a:endParaRPr lang="zh-TW" altLang="en-US" sz="3200" dirty="0">
                <a:solidFill>
                  <a:schemeClr val="tx1"/>
                </a:solidFill>
              </a:endParaRPr>
            </a:p>
          </p:txBody>
        </p:sp>
      </p:grpSp>
      <p:grpSp>
        <p:nvGrpSpPr>
          <p:cNvPr id="15" name="群組 14">
            <a:extLst>
              <a:ext uri="{FF2B5EF4-FFF2-40B4-BE49-F238E27FC236}">
                <a16:creationId xmlns:a16="http://schemas.microsoft.com/office/drawing/2014/main" id="{ABD95CDE-3E71-4D25-BD1B-743EAEBCF1B9}"/>
              </a:ext>
            </a:extLst>
          </p:cNvPr>
          <p:cNvGrpSpPr/>
          <p:nvPr/>
        </p:nvGrpSpPr>
        <p:grpSpPr>
          <a:xfrm>
            <a:off x="-7103290" y="0"/>
            <a:ext cx="3168000" cy="6629400"/>
            <a:chOff x="5951230" y="114300"/>
            <a:chExt cx="3168000" cy="6629400"/>
          </a:xfrm>
        </p:grpSpPr>
        <p:sp>
          <p:nvSpPr>
            <p:cNvPr id="7" name="矩形: 圓角 6">
              <a:extLst>
                <a:ext uri="{FF2B5EF4-FFF2-40B4-BE49-F238E27FC236}">
                  <a16:creationId xmlns:a16="http://schemas.microsoft.com/office/drawing/2014/main" id="{341B1D14-30E3-4085-AA84-5B7267BC909C}"/>
                </a:ext>
              </a:extLst>
            </p:cNvPr>
            <p:cNvSpPr/>
            <p:nvPr/>
          </p:nvSpPr>
          <p:spPr>
            <a:xfrm>
              <a:off x="5951230" y="114300"/>
              <a:ext cx="3168000" cy="6629400"/>
            </a:xfrm>
            <a:prstGeom prst="roundRect">
              <a:avLst>
                <a:gd name="adj" fmla="val 5987"/>
              </a:avLst>
            </a:prstGeom>
            <a:solidFill>
              <a:srgbClr val="EEEAE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A387EB22-2F50-49D6-8E32-D569D8C3E0C6}"/>
                </a:ext>
              </a:extLst>
            </p:cNvPr>
            <p:cNvSpPr/>
            <p:nvPr/>
          </p:nvSpPr>
          <p:spPr>
            <a:xfrm>
              <a:off x="7077162" y="933854"/>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03</a:t>
              </a:r>
              <a:endParaRPr lang="zh-TW" altLang="en-US" sz="3200" dirty="0">
                <a:solidFill>
                  <a:schemeClr val="tx1"/>
                </a:solidFill>
              </a:endParaRPr>
            </a:p>
          </p:txBody>
        </p:sp>
      </p:grpSp>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2DA80FF2-FF61-47DF-B4A7-A5195E4A25E8}"/>
              </a:ext>
            </a:extLst>
          </p:cNvPr>
          <p:cNvSpPr/>
          <p:nvPr/>
        </p:nvSpPr>
        <p:spPr>
          <a:xfrm>
            <a:off x="-1729611" y="-1160026"/>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04</a:t>
            </a:r>
            <a:endParaRPr lang="zh-TW" altLang="en-US" sz="3200" dirty="0">
              <a:solidFill>
                <a:schemeClr val="tx1"/>
              </a:solidFill>
            </a:endParaRPr>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Final presentation</a:t>
            </a:r>
            <a:endParaRPr lang="zh-TW" altLang="en-US" sz="28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spTree>
    <p:extLst>
      <p:ext uri="{BB962C8B-B14F-4D97-AF65-F5344CB8AC3E}">
        <p14:creationId xmlns:p14="http://schemas.microsoft.com/office/powerpoint/2010/main" val="1040356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圖片">
            <a:extLst>
              <a:ext uri="{FF2B5EF4-FFF2-40B4-BE49-F238E27FC236}">
                <a16:creationId xmlns:a16="http://schemas.microsoft.com/office/drawing/2014/main" id="{B563DCAB-58A0-4E05-B02D-A8D60B1D4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552" y="123226"/>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2DA80FF2-FF61-47DF-B4A7-A5195E4A25E8}"/>
              </a:ext>
            </a:extLst>
          </p:cNvPr>
          <p:cNvSpPr/>
          <p:nvPr/>
        </p:nvSpPr>
        <p:spPr>
          <a:xfrm>
            <a:off x="-1729611" y="-1160026"/>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04</a:t>
            </a:r>
            <a:endParaRPr lang="zh-TW" altLang="en-US" sz="3200" dirty="0">
              <a:solidFill>
                <a:schemeClr val="tx1"/>
              </a:solidFill>
            </a:endParaRPr>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Method</a:t>
            </a:r>
            <a:endParaRPr lang="zh-TW" altLang="en-US" sz="28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sp>
        <p:nvSpPr>
          <p:cNvPr id="2" name="文字方塊 1">
            <a:extLst>
              <a:ext uri="{FF2B5EF4-FFF2-40B4-BE49-F238E27FC236}">
                <a16:creationId xmlns:a16="http://schemas.microsoft.com/office/drawing/2014/main" id="{87618A19-55C5-4FD7-BE8F-A4BD0C301F7F}"/>
              </a:ext>
            </a:extLst>
          </p:cNvPr>
          <p:cNvSpPr txBox="1"/>
          <p:nvPr/>
        </p:nvSpPr>
        <p:spPr>
          <a:xfrm>
            <a:off x="3618688" y="374473"/>
            <a:ext cx="7743217" cy="1697068"/>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en-US" altLang="zh-TW" sz="2400" dirty="0"/>
              <a:t>Model: Lorenz 96 model</a:t>
            </a:r>
            <a:r>
              <a:rPr lang="en-US" altLang="zh-TW" sz="2400" b="0" i="0" dirty="0">
                <a:solidFill>
                  <a:srgbClr val="333333"/>
                </a:solidFill>
                <a:effectLst/>
              </a:rPr>
              <a:t>(40 variables; F=8 )</a:t>
            </a:r>
          </a:p>
          <a:p>
            <a:pPr marL="342900" indent="-342900">
              <a:lnSpc>
                <a:spcPct val="150000"/>
              </a:lnSpc>
              <a:buFont typeface="Wingdings" panose="05000000000000000000" pitchFamily="2" charset="2"/>
              <a:buChar char="n"/>
            </a:pPr>
            <a:r>
              <a:rPr lang="en-US" altLang="zh-TW" sz="2400" dirty="0"/>
              <a:t>Observation error: 0.1</a:t>
            </a:r>
            <a:r>
              <a:rPr lang="zh-TW" altLang="en-US" sz="2400" dirty="0"/>
              <a:t>  </a:t>
            </a:r>
            <a:r>
              <a:rPr lang="en-US" altLang="zh-TW" sz="2400" dirty="0"/>
              <a:t>R</a:t>
            </a:r>
            <a:r>
              <a:rPr lang="zh-TW" altLang="en-US" sz="2400" dirty="0"/>
              <a:t> </a:t>
            </a:r>
            <a:r>
              <a:rPr lang="en-US" altLang="zh-TW" sz="2400" dirty="0"/>
              <a:t>=</a:t>
            </a:r>
            <a:r>
              <a:rPr lang="zh-TW" altLang="en-US" sz="2400" dirty="0"/>
              <a:t> </a:t>
            </a:r>
            <a:r>
              <a:rPr lang="en-US" altLang="zh-TW" sz="2400" dirty="0"/>
              <a:t>0.01 (diagonal matrix)</a:t>
            </a:r>
          </a:p>
          <a:p>
            <a:pPr marL="342900" indent="-342900">
              <a:lnSpc>
                <a:spcPct val="150000"/>
              </a:lnSpc>
              <a:buFont typeface="Wingdings" panose="05000000000000000000" pitchFamily="2" charset="2"/>
              <a:buChar char="n"/>
            </a:pPr>
            <a:r>
              <a:rPr lang="en-US" altLang="zh-TW" sz="2400" dirty="0"/>
              <a:t>Assimilation method: OI, incremental 3Dvar(linear H), EKF</a:t>
            </a:r>
            <a:endParaRPr lang="zh-TW" altLang="en-US" sz="2400" dirty="0"/>
          </a:p>
        </p:txBody>
      </p:sp>
      <p:pic>
        <p:nvPicPr>
          <p:cNvPr id="13" name="圖片 12">
            <a:extLst>
              <a:ext uri="{FF2B5EF4-FFF2-40B4-BE49-F238E27FC236}">
                <a16:creationId xmlns:a16="http://schemas.microsoft.com/office/drawing/2014/main" id="{9CE275A2-00C4-41C0-8990-21F2A2BF1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1135" y="2238172"/>
            <a:ext cx="4505528" cy="4505528"/>
          </a:xfrm>
          <a:prstGeom prst="rect">
            <a:avLst/>
          </a:prstGeom>
        </p:spPr>
      </p:pic>
      <p:grpSp>
        <p:nvGrpSpPr>
          <p:cNvPr id="24" name="群組 23">
            <a:extLst>
              <a:ext uri="{FF2B5EF4-FFF2-40B4-BE49-F238E27FC236}">
                <a16:creationId xmlns:a16="http://schemas.microsoft.com/office/drawing/2014/main" id="{14CA05F4-B0FE-4C29-BF05-677D31732433}"/>
              </a:ext>
            </a:extLst>
          </p:cNvPr>
          <p:cNvGrpSpPr/>
          <p:nvPr/>
        </p:nvGrpSpPr>
        <p:grpSpPr>
          <a:xfrm>
            <a:off x="8527350" y="2510330"/>
            <a:ext cx="3168000" cy="1134923"/>
            <a:chOff x="8527350" y="2510330"/>
            <a:chExt cx="3168000" cy="1134923"/>
          </a:xfrm>
        </p:grpSpPr>
        <p:sp>
          <p:nvSpPr>
            <p:cNvPr id="7" name="矩形: 圓角 6">
              <a:extLst>
                <a:ext uri="{FF2B5EF4-FFF2-40B4-BE49-F238E27FC236}">
                  <a16:creationId xmlns:a16="http://schemas.microsoft.com/office/drawing/2014/main" id="{341B1D14-30E3-4085-AA84-5B7267BC909C}"/>
                </a:ext>
              </a:extLst>
            </p:cNvPr>
            <p:cNvSpPr/>
            <p:nvPr/>
          </p:nvSpPr>
          <p:spPr>
            <a:xfrm>
              <a:off x="8527350" y="2510330"/>
              <a:ext cx="3168000" cy="1134923"/>
            </a:xfrm>
            <a:prstGeom prst="roundRect">
              <a:avLst>
                <a:gd name="adj" fmla="val 5987"/>
              </a:avLst>
            </a:prstGeom>
            <a:solidFill>
              <a:srgbClr val="EEEAE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a:extLst>
                <a:ext uri="{FF2B5EF4-FFF2-40B4-BE49-F238E27FC236}">
                  <a16:creationId xmlns:a16="http://schemas.microsoft.com/office/drawing/2014/main" id="{CAC10B13-F33C-4F7E-8261-7947577ADEDB}"/>
                </a:ext>
              </a:extLst>
            </p:cNvPr>
            <p:cNvSpPr txBox="1"/>
            <p:nvPr/>
          </p:nvSpPr>
          <p:spPr>
            <a:xfrm>
              <a:off x="8574650" y="2691451"/>
              <a:ext cx="3073400" cy="830997"/>
            </a:xfrm>
            <a:prstGeom prst="rect">
              <a:avLst/>
            </a:prstGeom>
            <a:noFill/>
          </p:spPr>
          <p:txBody>
            <a:bodyPr wrap="square" rtlCol="0">
              <a:spAutoFit/>
            </a:bodyPr>
            <a:lstStyle/>
            <a:p>
              <a:pPr algn="ctr"/>
              <a:r>
                <a:rPr lang="en-US" altLang="zh-TW" sz="2400" dirty="0"/>
                <a:t>assimilation period</a:t>
              </a:r>
            </a:p>
            <a:p>
              <a:pPr algn="ctr"/>
              <a:r>
                <a:rPr lang="en-US" altLang="zh-TW" sz="2400" dirty="0"/>
                <a:t>T = 0.05, 1.0, 2.0</a:t>
              </a:r>
              <a:endParaRPr lang="zh-TW" altLang="en-US" sz="2400" dirty="0"/>
            </a:p>
          </p:txBody>
        </p:sp>
      </p:grpSp>
      <p:grpSp>
        <p:nvGrpSpPr>
          <p:cNvPr id="23" name="群組 22">
            <a:extLst>
              <a:ext uri="{FF2B5EF4-FFF2-40B4-BE49-F238E27FC236}">
                <a16:creationId xmlns:a16="http://schemas.microsoft.com/office/drawing/2014/main" id="{1E35F4C6-FFBB-42DE-8772-B89C6FF611BE}"/>
              </a:ext>
            </a:extLst>
          </p:cNvPr>
          <p:cNvGrpSpPr/>
          <p:nvPr/>
        </p:nvGrpSpPr>
        <p:grpSpPr>
          <a:xfrm>
            <a:off x="8527350" y="3882779"/>
            <a:ext cx="3168000" cy="1134923"/>
            <a:chOff x="8527350" y="3882779"/>
            <a:chExt cx="3168000" cy="1134923"/>
          </a:xfrm>
        </p:grpSpPr>
        <p:sp>
          <p:nvSpPr>
            <p:cNvPr id="6" name="矩形: 圓角 5">
              <a:extLst>
                <a:ext uri="{FF2B5EF4-FFF2-40B4-BE49-F238E27FC236}">
                  <a16:creationId xmlns:a16="http://schemas.microsoft.com/office/drawing/2014/main" id="{6CF47DC6-66A9-4D47-A2C2-DA3D476FB8B3}"/>
                </a:ext>
              </a:extLst>
            </p:cNvPr>
            <p:cNvSpPr/>
            <p:nvPr/>
          </p:nvSpPr>
          <p:spPr>
            <a:xfrm>
              <a:off x="8527350" y="3882779"/>
              <a:ext cx="3168000" cy="1134923"/>
            </a:xfrm>
            <a:prstGeom prst="roundRect">
              <a:avLst>
                <a:gd name="adj" fmla="val 5987"/>
              </a:avLst>
            </a:prstGeom>
            <a:solidFill>
              <a:srgbClr val="DFA4A6"/>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A861E237-0943-497C-B2A3-9BA2FD8604E3}"/>
                </a:ext>
              </a:extLst>
            </p:cNvPr>
            <p:cNvSpPr txBox="1"/>
            <p:nvPr/>
          </p:nvSpPr>
          <p:spPr>
            <a:xfrm>
              <a:off x="8574650" y="4034741"/>
              <a:ext cx="3073400" cy="830997"/>
            </a:xfrm>
            <a:prstGeom prst="rect">
              <a:avLst/>
            </a:prstGeom>
            <a:noFill/>
          </p:spPr>
          <p:txBody>
            <a:bodyPr wrap="square" rtlCol="0">
              <a:spAutoFit/>
            </a:bodyPr>
            <a:lstStyle/>
            <a:p>
              <a:pPr algn="ctr"/>
              <a:r>
                <a:rPr lang="en-US" altLang="zh-TW" sz="2400" dirty="0"/>
                <a:t>observation</a:t>
              </a:r>
            </a:p>
            <a:p>
              <a:pPr algn="ctr"/>
              <a:r>
                <a:rPr lang="en-US" altLang="zh-TW" sz="2400" dirty="0" err="1"/>
                <a:t>obs</a:t>
              </a:r>
              <a:r>
                <a:rPr lang="en-US" altLang="zh-TW" sz="2400" dirty="0"/>
                <a:t> = 40, 20, 10 P</a:t>
              </a:r>
              <a:endParaRPr lang="zh-TW" altLang="en-US" sz="2400" dirty="0"/>
            </a:p>
          </p:txBody>
        </p:sp>
      </p:grpSp>
      <p:grpSp>
        <p:nvGrpSpPr>
          <p:cNvPr id="18" name="群組 17">
            <a:extLst>
              <a:ext uri="{FF2B5EF4-FFF2-40B4-BE49-F238E27FC236}">
                <a16:creationId xmlns:a16="http://schemas.microsoft.com/office/drawing/2014/main" id="{8E2DEC4D-9609-4CDC-9DF3-128B8D6A950B}"/>
              </a:ext>
            </a:extLst>
          </p:cNvPr>
          <p:cNvGrpSpPr/>
          <p:nvPr/>
        </p:nvGrpSpPr>
        <p:grpSpPr>
          <a:xfrm>
            <a:off x="8527350" y="5255228"/>
            <a:ext cx="3168000" cy="1134923"/>
            <a:chOff x="8527350" y="5255228"/>
            <a:chExt cx="3168000" cy="1134923"/>
          </a:xfrm>
        </p:grpSpPr>
        <p:sp>
          <p:nvSpPr>
            <p:cNvPr id="4" name="矩形: 圓角 3">
              <a:extLst>
                <a:ext uri="{FF2B5EF4-FFF2-40B4-BE49-F238E27FC236}">
                  <a16:creationId xmlns:a16="http://schemas.microsoft.com/office/drawing/2014/main" id="{84805C9C-AF5F-499F-BD67-AB58E67D233F}"/>
                </a:ext>
              </a:extLst>
            </p:cNvPr>
            <p:cNvSpPr/>
            <p:nvPr/>
          </p:nvSpPr>
          <p:spPr>
            <a:xfrm>
              <a:off x="8527350" y="5255228"/>
              <a:ext cx="3168000" cy="1134923"/>
            </a:xfrm>
            <a:prstGeom prst="roundRect">
              <a:avLst>
                <a:gd name="adj" fmla="val 5987"/>
              </a:avLst>
            </a:prstGeom>
            <a:solidFill>
              <a:srgbClr val="A2CAA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AB9CB059-4573-4A88-B898-9A1B85D0F69B}"/>
                </a:ext>
              </a:extLst>
            </p:cNvPr>
            <p:cNvSpPr txBox="1"/>
            <p:nvPr/>
          </p:nvSpPr>
          <p:spPr>
            <a:xfrm>
              <a:off x="8574650" y="5591856"/>
              <a:ext cx="3073400" cy="461665"/>
            </a:xfrm>
            <a:prstGeom prst="rect">
              <a:avLst/>
            </a:prstGeom>
            <a:noFill/>
          </p:spPr>
          <p:txBody>
            <a:bodyPr wrap="square" rtlCol="0">
              <a:spAutoFit/>
            </a:bodyPr>
            <a:lstStyle/>
            <a:p>
              <a:pPr algn="ctr"/>
              <a:r>
                <a:rPr lang="en-US" altLang="zh-TW" sz="2400" dirty="0"/>
                <a:t>EKF</a:t>
              </a:r>
              <a:r>
                <a:rPr lang="zh-TW" altLang="en-US" sz="2400" dirty="0"/>
                <a:t> </a:t>
              </a:r>
              <a:r>
                <a:rPr lang="en-US" altLang="zh-TW" sz="2400" dirty="0"/>
                <a:t>with/without Q</a:t>
              </a:r>
              <a:endParaRPr lang="zh-TW" altLang="en-US" sz="2400" dirty="0"/>
            </a:p>
          </p:txBody>
        </p:sp>
      </p:grpSp>
    </p:spTree>
    <p:extLst>
      <p:ext uri="{BB962C8B-B14F-4D97-AF65-F5344CB8AC3E}">
        <p14:creationId xmlns:p14="http://schemas.microsoft.com/office/powerpoint/2010/main" val="22455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圖片">
            <a:extLst>
              <a:ext uri="{FF2B5EF4-FFF2-40B4-BE49-F238E27FC236}">
                <a16:creationId xmlns:a16="http://schemas.microsoft.com/office/drawing/2014/main" id="{B563DCAB-58A0-4E05-B02D-A8D60B1D4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552" y="123226"/>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2DA80FF2-FF61-47DF-B4A7-A5195E4A25E8}"/>
              </a:ext>
            </a:extLst>
          </p:cNvPr>
          <p:cNvSpPr/>
          <p:nvPr/>
        </p:nvSpPr>
        <p:spPr>
          <a:xfrm>
            <a:off x="-1729611" y="-1160026"/>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04</a:t>
            </a:r>
            <a:endParaRPr lang="zh-TW" altLang="en-US" sz="3200" dirty="0">
              <a:solidFill>
                <a:schemeClr val="tx1"/>
              </a:solidFill>
            </a:endParaRPr>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About B</a:t>
            </a:r>
            <a:endParaRPr lang="zh-TW" altLang="en-US" sz="28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sp>
        <p:nvSpPr>
          <p:cNvPr id="2" name="文字方塊 1">
            <a:extLst>
              <a:ext uri="{FF2B5EF4-FFF2-40B4-BE49-F238E27FC236}">
                <a16:creationId xmlns:a16="http://schemas.microsoft.com/office/drawing/2014/main" id="{87618A19-55C5-4FD7-BE8F-A4BD0C301F7F}"/>
              </a:ext>
            </a:extLst>
          </p:cNvPr>
          <p:cNvSpPr txBox="1"/>
          <p:nvPr/>
        </p:nvSpPr>
        <p:spPr>
          <a:xfrm>
            <a:off x="3618688" y="374473"/>
            <a:ext cx="8396362" cy="1697068"/>
          </a:xfrm>
          <a:prstGeom prst="rect">
            <a:avLst/>
          </a:prstGeom>
          <a:noFill/>
        </p:spPr>
        <p:txBody>
          <a:bodyPr wrap="square" rtlCol="0">
            <a:spAutoFit/>
          </a:bodyPr>
          <a:lstStyle/>
          <a:p>
            <a:pPr marL="342900" indent="-342900">
              <a:lnSpc>
                <a:spcPct val="150000"/>
              </a:lnSpc>
              <a:buFont typeface="Wingdings" panose="05000000000000000000" pitchFamily="2" charset="2"/>
              <a:buChar char="n"/>
            </a:pPr>
            <a:r>
              <a:rPr lang="en-US" altLang="zh-TW" sz="2400" dirty="0"/>
              <a:t>Model: Lorenz 96 model</a:t>
            </a:r>
            <a:r>
              <a:rPr lang="en-US" altLang="zh-TW" sz="2400" b="0" i="0" dirty="0">
                <a:solidFill>
                  <a:srgbClr val="333333"/>
                </a:solidFill>
                <a:effectLst/>
              </a:rPr>
              <a:t>(40 variables; F=8 )</a:t>
            </a:r>
          </a:p>
          <a:p>
            <a:pPr marL="342900" indent="-342900">
              <a:lnSpc>
                <a:spcPct val="150000"/>
              </a:lnSpc>
              <a:buFont typeface="Wingdings" panose="05000000000000000000" pitchFamily="2" charset="2"/>
              <a:buChar char="n"/>
            </a:pPr>
            <a:r>
              <a:rPr lang="en-US" altLang="zh-TW" sz="2400" dirty="0"/>
              <a:t>Observation error: 0.1</a:t>
            </a:r>
          </a:p>
          <a:p>
            <a:pPr marL="342900" indent="-342900">
              <a:lnSpc>
                <a:spcPct val="150000"/>
              </a:lnSpc>
              <a:buFont typeface="Wingdings" panose="05000000000000000000" pitchFamily="2" charset="2"/>
              <a:buChar char="n"/>
            </a:pPr>
            <a:r>
              <a:rPr lang="en-US" altLang="zh-TW" sz="2400" dirty="0"/>
              <a:t>Assimilation method: </a:t>
            </a:r>
            <a:r>
              <a:rPr lang="en-US" altLang="zh-TW" sz="2400" b="1" dirty="0">
                <a:solidFill>
                  <a:srgbClr val="B9B093"/>
                </a:solidFill>
              </a:rPr>
              <a:t>OI, incremental 3Dvar(linear H)</a:t>
            </a:r>
            <a:r>
              <a:rPr lang="en-US" altLang="zh-TW" sz="2400" dirty="0"/>
              <a:t>,</a:t>
            </a:r>
            <a:r>
              <a:rPr lang="en-US" altLang="zh-TW" sz="2400" b="1" dirty="0"/>
              <a:t> </a:t>
            </a:r>
            <a:r>
              <a:rPr lang="en-US" altLang="zh-TW" sz="2400" dirty="0"/>
              <a:t>EKF</a:t>
            </a:r>
            <a:endParaRPr lang="zh-TW" altLang="en-US" sz="2400" dirty="0"/>
          </a:p>
        </p:txBody>
      </p:sp>
      <p:grpSp>
        <p:nvGrpSpPr>
          <p:cNvPr id="24" name="群組 23">
            <a:extLst>
              <a:ext uri="{FF2B5EF4-FFF2-40B4-BE49-F238E27FC236}">
                <a16:creationId xmlns:a16="http://schemas.microsoft.com/office/drawing/2014/main" id="{14CA05F4-B0FE-4C29-BF05-677D31732433}"/>
              </a:ext>
            </a:extLst>
          </p:cNvPr>
          <p:cNvGrpSpPr/>
          <p:nvPr/>
        </p:nvGrpSpPr>
        <p:grpSpPr>
          <a:xfrm>
            <a:off x="3249282" y="-1555810"/>
            <a:ext cx="3168000" cy="1134923"/>
            <a:chOff x="8527350" y="2510330"/>
            <a:chExt cx="3168000" cy="1134923"/>
          </a:xfrm>
        </p:grpSpPr>
        <p:sp>
          <p:nvSpPr>
            <p:cNvPr id="7" name="矩形: 圓角 6">
              <a:extLst>
                <a:ext uri="{FF2B5EF4-FFF2-40B4-BE49-F238E27FC236}">
                  <a16:creationId xmlns:a16="http://schemas.microsoft.com/office/drawing/2014/main" id="{341B1D14-30E3-4085-AA84-5B7267BC909C}"/>
                </a:ext>
              </a:extLst>
            </p:cNvPr>
            <p:cNvSpPr/>
            <p:nvPr/>
          </p:nvSpPr>
          <p:spPr>
            <a:xfrm>
              <a:off x="8527350" y="2510330"/>
              <a:ext cx="3168000" cy="1134923"/>
            </a:xfrm>
            <a:prstGeom prst="roundRect">
              <a:avLst>
                <a:gd name="adj" fmla="val 5987"/>
              </a:avLst>
            </a:prstGeom>
            <a:solidFill>
              <a:srgbClr val="EEEAE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文字方塊 15">
              <a:extLst>
                <a:ext uri="{FF2B5EF4-FFF2-40B4-BE49-F238E27FC236}">
                  <a16:creationId xmlns:a16="http://schemas.microsoft.com/office/drawing/2014/main" id="{CAC10B13-F33C-4F7E-8261-7947577ADEDB}"/>
                </a:ext>
              </a:extLst>
            </p:cNvPr>
            <p:cNvSpPr txBox="1"/>
            <p:nvPr/>
          </p:nvSpPr>
          <p:spPr>
            <a:xfrm>
              <a:off x="8574650" y="2691451"/>
              <a:ext cx="3073400" cy="830997"/>
            </a:xfrm>
            <a:prstGeom prst="rect">
              <a:avLst/>
            </a:prstGeom>
            <a:noFill/>
          </p:spPr>
          <p:txBody>
            <a:bodyPr wrap="square" rtlCol="0">
              <a:spAutoFit/>
            </a:bodyPr>
            <a:lstStyle/>
            <a:p>
              <a:pPr algn="ctr"/>
              <a:r>
                <a:rPr lang="en-US" altLang="zh-TW" sz="2400" dirty="0"/>
                <a:t>assimilation period</a:t>
              </a:r>
            </a:p>
            <a:p>
              <a:pPr algn="ctr"/>
              <a:r>
                <a:rPr lang="en-US" altLang="zh-TW" sz="2400" dirty="0"/>
                <a:t>T = 0.05, 1.0, 2.0</a:t>
              </a:r>
              <a:endParaRPr lang="zh-TW" altLang="en-US" sz="2400" dirty="0"/>
            </a:p>
          </p:txBody>
        </p:sp>
      </p:grpSp>
      <p:grpSp>
        <p:nvGrpSpPr>
          <p:cNvPr id="23" name="群組 22">
            <a:extLst>
              <a:ext uri="{FF2B5EF4-FFF2-40B4-BE49-F238E27FC236}">
                <a16:creationId xmlns:a16="http://schemas.microsoft.com/office/drawing/2014/main" id="{1E35F4C6-FFBB-42DE-8772-B89C6FF611BE}"/>
              </a:ext>
            </a:extLst>
          </p:cNvPr>
          <p:cNvGrpSpPr/>
          <p:nvPr/>
        </p:nvGrpSpPr>
        <p:grpSpPr>
          <a:xfrm>
            <a:off x="6990650" y="-1280016"/>
            <a:ext cx="3168000" cy="1134923"/>
            <a:chOff x="8527350" y="3882779"/>
            <a:chExt cx="3168000" cy="1134923"/>
          </a:xfrm>
        </p:grpSpPr>
        <p:sp>
          <p:nvSpPr>
            <p:cNvPr id="6" name="矩形: 圓角 5">
              <a:extLst>
                <a:ext uri="{FF2B5EF4-FFF2-40B4-BE49-F238E27FC236}">
                  <a16:creationId xmlns:a16="http://schemas.microsoft.com/office/drawing/2014/main" id="{6CF47DC6-66A9-4D47-A2C2-DA3D476FB8B3}"/>
                </a:ext>
              </a:extLst>
            </p:cNvPr>
            <p:cNvSpPr/>
            <p:nvPr/>
          </p:nvSpPr>
          <p:spPr>
            <a:xfrm>
              <a:off x="8527350" y="3882779"/>
              <a:ext cx="3168000" cy="1134923"/>
            </a:xfrm>
            <a:prstGeom prst="roundRect">
              <a:avLst>
                <a:gd name="adj" fmla="val 5987"/>
              </a:avLst>
            </a:prstGeom>
            <a:solidFill>
              <a:srgbClr val="DFA4A6"/>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a:extLst>
                <a:ext uri="{FF2B5EF4-FFF2-40B4-BE49-F238E27FC236}">
                  <a16:creationId xmlns:a16="http://schemas.microsoft.com/office/drawing/2014/main" id="{A861E237-0943-497C-B2A3-9BA2FD8604E3}"/>
                </a:ext>
              </a:extLst>
            </p:cNvPr>
            <p:cNvSpPr txBox="1"/>
            <p:nvPr/>
          </p:nvSpPr>
          <p:spPr>
            <a:xfrm>
              <a:off x="8574650" y="4034741"/>
              <a:ext cx="3073400" cy="830997"/>
            </a:xfrm>
            <a:prstGeom prst="rect">
              <a:avLst/>
            </a:prstGeom>
            <a:noFill/>
          </p:spPr>
          <p:txBody>
            <a:bodyPr wrap="square" rtlCol="0">
              <a:spAutoFit/>
            </a:bodyPr>
            <a:lstStyle/>
            <a:p>
              <a:pPr algn="ctr"/>
              <a:r>
                <a:rPr lang="en-US" altLang="zh-TW" sz="2400" dirty="0"/>
                <a:t>observation</a:t>
              </a:r>
            </a:p>
            <a:p>
              <a:pPr algn="ctr"/>
              <a:r>
                <a:rPr lang="en-US" altLang="zh-TW" sz="2400" dirty="0" err="1"/>
                <a:t>obs</a:t>
              </a:r>
              <a:r>
                <a:rPr lang="en-US" altLang="zh-TW" sz="2400" dirty="0"/>
                <a:t> = 40, 20, 10 P</a:t>
              </a:r>
              <a:endParaRPr lang="zh-TW" altLang="en-US" sz="2400" dirty="0"/>
            </a:p>
          </p:txBody>
        </p:sp>
      </p:grpSp>
      <p:grpSp>
        <p:nvGrpSpPr>
          <p:cNvPr id="18" name="群組 17">
            <a:extLst>
              <a:ext uri="{FF2B5EF4-FFF2-40B4-BE49-F238E27FC236}">
                <a16:creationId xmlns:a16="http://schemas.microsoft.com/office/drawing/2014/main" id="{8E2DEC4D-9609-4CDC-9DF3-128B8D6A950B}"/>
              </a:ext>
            </a:extLst>
          </p:cNvPr>
          <p:cNvGrpSpPr/>
          <p:nvPr/>
        </p:nvGrpSpPr>
        <p:grpSpPr>
          <a:xfrm>
            <a:off x="10608000" y="-1400004"/>
            <a:ext cx="3168000" cy="1134923"/>
            <a:chOff x="8527350" y="5255228"/>
            <a:chExt cx="3168000" cy="1134923"/>
          </a:xfrm>
        </p:grpSpPr>
        <p:sp>
          <p:nvSpPr>
            <p:cNvPr id="4" name="矩形: 圓角 3">
              <a:extLst>
                <a:ext uri="{FF2B5EF4-FFF2-40B4-BE49-F238E27FC236}">
                  <a16:creationId xmlns:a16="http://schemas.microsoft.com/office/drawing/2014/main" id="{84805C9C-AF5F-499F-BD67-AB58E67D233F}"/>
                </a:ext>
              </a:extLst>
            </p:cNvPr>
            <p:cNvSpPr/>
            <p:nvPr/>
          </p:nvSpPr>
          <p:spPr>
            <a:xfrm>
              <a:off x="8527350" y="5255228"/>
              <a:ext cx="3168000" cy="1134923"/>
            </a:xfrm>
            <a:prstGeom prst="roundRect">
              <a:avLst>
                <a:gd name="adj" fmla="val 5987"/>
              </a:avLst>
            </a:prstGeom>
            <a:solidFill>
              <a:srgbClr val="A2CAA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AB9CB059-4573-4A88-B898-9A1B85D0F69B}"/>
                </a:ext>
              </a:extLst>
            </p:cNvPr>
            <p:cNvSpPr txBox="1"/>
            <p:nvPr/>
          </p:nvSpPr>
          <p:spPr>
            <a:xfrm>
              <a:off x="8574650" y="5591856"/>
              <a:ext cx="3073400" cy="461665"/>
            </a:xfrm>
            <a:prstGeom prst="rect">
              <a:avLst/>
            </a:prstGeom>
            <a:noFill/>
          </p:spPr>
          <p:txBody>
            <a:bodyPr wrap="square" rtlCol="0">
              <a:spAutoFit/>
            </a:bodyPr>
            <a:lstStyle/>
            <a:p>
              <a:pPr algn="ctr"/>
              <a:r>
                <a:rPr lang="en-US" altLang="zh-TW" sz="2400" dirty="0"/>
                <a:t>EKF</a:t>
              </a:r>
              <a:r>
                <a:rPr lang="zh-TW" altLang="en-US" sz="2400" dirty="0"/>
                <a:t> </a:t>
              </a:r>
              <a:r>
                <a:rPr lang="en-US" altLang="zh-TW" sz="2400" dirty="0"/>
                <a:t>with/without Q</a:t>
              </a:r>
              <a:endParaRPr lang="zh-TW" altLang="en-US" sz="2400" dirty="0"/>
            </a:p>
          </p:txBody>
        </p:sp>
      </p:grpSp>
      <p:pic>
        <p:nvPicPr>
          <p:cNvPr id="5" name="圖片 4">
            <a:extLst>
              <a:ext uri="{FF2B5EF4-FFF2-40B4-BE49-F238E27FC236}">
                <a16:creationId xmlns:a16="http://schemas.microsoft.com/office/drawing/2014/main" id="{9EED2B61-9FB5-480E-B885-BFCE7E8E26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7820" y="2071541"/>
            <a:ext cx="5924324" cy="4786459"/>
          </a:xfrm>
          <a:prstGeom prst="rect">
            <a:avLst/>
          </a:prstGeom>
        </p:spPr>
      </p:pic>
      <p:sp>
        <p:nvSpPr>
          <p:cNvPr id="25" name="文字方塊 24">
            <a:extLst>
              <a:ext uri="{FF2B5EF4-FFF2-40B4-BE49-F238E27FC236}">
                <a16:creationId xmlns:a16="http://schemas.microsoft.com/office/drawing/2014/main" id="{55418A4A-8668-4713-A163-79D9190B8B4E}"/>
              </a:ext>
            </a:extLst>
          </p:cNvPr>
          <p:cNvSpPr txBox="1"/>
          <p:nvPr/>
        </p:nvSpPr>
        <p:spPr>
          <a:xfrm>
            <a:off x="9347405" y="2197920"/>
            <a:ext cx="2521189" cy="2805063"/>
          </a:xfrm>
          <a:prstGeom prst="rect">
            <a:avLst/>
          </a:prstGeom>
          <a:noFill/>
        </p:spPr>
        <p:txBody>
          <a:bodyPr wrap="square" rtlCol="0">
            <a:spAutoFit/>
          </a:bodyPr>
          <a:lstStyle/>
          <a:p>
            <a:pPr algn="just">
              <a:lnSpc>
                <a:spcPct val="150000"/>
              </a:lnSpc>
            </a:pPr>
            <a:r>
              <a:rPr lang="en-US" altLang="zh-TW" sz="2400" b="1" dirty="0">
                <a:solidFill>
                  <a:srgbClr val="FF0000"/>
                </a:solidFill>
              </a:rPr>
              <a:t>B is always a diagonal matrix with all diagonal elements equal to 0.01.</a:t>
            </a:r>
            <a:endParaRPr lang="zh-TW" altLang="en-US" sz="2400" b="1" dirty="0">
              <a:solidFill>
                <a:srgbClr val="FF0000"/>
              </a:solidFill>
            </a:endParaRPr>
          </a:p>
        </p:txBody>
      </p:sp>
      <p:pic>
        <p:nvPicPr>
          <p:cNvPr id="10" name="圖片 9">
            <a:extLst>
              <a:ext uri="{FF2B5EF4-FFF2-40B4-BE49-F238E27FC236}">
                <a16:creationId xmlns:a16="http://schemas.microsoft.com/office/drawing/2014/main" id="{64C7B2B9-14B7-487A-ACAF-F09DD68585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4950" y="1675368"/>
            <a:ext cx="8637720" cy="5182632"/>
          </a:xfrm>
          <a:prstGeom prst="rect">
            <a:avLst/>
          </a:prstGeom>
        </p:spPr>
      </p:pic>
    </p:spTree>
    <p:extLst>
      <p:ext uri="{BB962C8B-B14F-4D97-AF65-F5344CB8AC3E}">
        <p14:creationId xmlns:p14="http://schemas.microsoft.com/office/powerpoint/2010/main" val="85064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圖片">
            <a:extLst>
              <a:ext uri="{FF2B5EF4-FFF2-40B4-BE49-F238E27FC236}">
                <a16:creationId xmlns:a16="http://schemas.microsoft.com/office/drawing/2014/main" id="{B563DCAB-58A0-4E05-B02D-A8D60B1D4C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1475" y="-114300"/>
            <a:ext cx="6858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群組 8">
            <a:extLst>
              <a:ext uri="{FF2B5EF4-FFF2-40B4-BE49-F238E27FC236}">
                <a16:creationId xmlns:a16="http://schemas.microsoft.com/office/drawing/2014/main" id="{A83E256A-1B6C-4D9A-AC61-33E30333C20A}"/>
              </a:ext>
            </a:extLst>
          </p:cNvPr>
          <p:cNvGrpSpPr/>
          <p:nvPr/>
        </p:nvGrpSpPr>
        <p:grpSpPr>
          <a:xfrm>
            <a:off x="-12860210" y="0"/>
            <a:ext cx="3168000" cy="6629400"/>
            <a:chOff x="194310" y="114300"/>
            <a:chExt cx="3168000" cy="6629400"/>
          </a:xfrm>
        </p:grpSpPr>
        <p:sp>
          <p:nvSpPr>
            <p:cNvPr id="4" name="矩形: 圓角 3">
              <a:extLst>
                <a:ext uri="{FF2B5EF4-FFF2-40B4-BE49-F238E27FC236}">
                  <a16:creationId xmlns:a16="http://schemas.microsoft.com/office/drawing/2014/main" id="{84805C9C-AF5F-499F-BD67-AB58E67D233F}"/>
                </a:ext>
              </a:extLst>
            </p:cNvPr>
            <p:cNvSpPr/>
            <p:nvPr/>
          </p:nvSpPr>
          <p:spPr>
            <a:xfrm>
              <a:off x="194310" y="114300"/>
              <a:ext cx="3168000" cy="6629400"/>
            </a:xfrm>
            <a:prstGeom prst="roundRect">
              <a:avLst>
                <a:gd name="adj" fmla="val 5987"/>
              </a:avLst>
            </a:prstGeom>
            <a:solidFill>
              <a:srgbClr val="A2CAA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a:extLst>
                <a:ext uri="{FF2B5EF4-FFF2-40B4-BE49-F238E27FC236}">
                  <a16:creationId xmlns:a16="http://schemas.microsoft.com/office/drawing/2014/main" id="{648A2A0E-3992-4076-A3D0-3A35BF90AA68}"/>
                </a:ext>
              </a:extLst>
            </p:cNvPr>
            <p:cNvSpPr/>
            <p:nvPr/>
          </p:nvSpPr>
          <p:spPr>
            <a:xfrm>
              <a:off x="1259173" y="933854"/>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ea typeface="Gadugi" panose="020B0502040204020203" pitchFamily="34" charset="0"/>
                </a:rPr>
                <a:t>01</a:t>
              </a:r>
              <a:endParaRPr lang="zh-TW" altLang="en-US" dirty="0">
                <a:solidFill>
                  <a:schemeClr val="tx1"/>
                </a:solidFill>
              </a:endParaRPr>
            </a:p>
          </p:txBody>
        </p:sp>
      </p:grpSp>
      <p:grpSp>
        <p:nvGrpSpPr>
          <p:cNvPr id="14" name="群組 13">
            <a:extLst>
              <a:ext uri="{FF2B5EF4-FFF2-40B4-BE49-F238E27FC236}">
                <a16:creationId xmlns:a16="http://schemas.microsoft.com/office/drawing/2014/main" id="{C99EA13E-CD2C-4C92-B9F6-56792A4FB139}"/>
              </a:ext>
            </a:extLst>
          </p:cNvPr>
          <p:cNvGrpSpPr/>
          <p:nvPr/>
        </p:nvGrpSpPr>
        <p:grpSpPr>
          <a:xfrm>
            <a:off x="-9981750" y="0"/>
            <a:ext cx="3168000" cy="6629400"/>
            <a:chOff x="3072770" y="114300"/>
            <a:chExt cx="3168000" cy="6629400"/>
          </a:xfrm>
        </p:grpSpPr>
        <p:sp>
          <p:nvSpPr>
            <p:cNvPr id="6" name="矩形: 圓角 5">
              <a:extLst>
                <a:ext uri="{FF2B5EF4-FFF2-40B4-BE49-F238E27FC236}">
                  <a16:creationId xmlns:a16="http://schemas.microsoft.com/office/drawing/2014/main" id="{6CF47DC6-66A9-4D47-A2C2-DA3D476FB8B3}"/>
                </a:ext>
              </a:extLst>
            </p:cNvPr>
            <p:cNvSpPr/>
            <p:nvPr/>
          </p:nvSpPr>
          <p:spPr>
            <a:xfrm>
              <a:off x="3072770" y="114300"/>
              <a:ext cx="3168000" cy="6629400"/>
            </a:xfrm>
            <a:prstGeom prst="roundRect">
              <a:avLst>
                <a:gd name="adj" fmla="val 5987"/>
              </a:avLst>
            </a:prstGeom>
            <a:solidFill>
              <a:srgbClr val="DFA4A6"/>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圓角 9">
              <a:extLst>
                <a:ext uri="{FF2B5EF4-FFF2-40B4-BE49-F238E27FC236}">
                  <a16:creationId xmlns:a16="http://schemas.microsoft.com/office/drawing/2014/main" id="{F0175AF4-72B0-48DB-97F1-F92599CE2995}"/>
                </a:ext>
              </a:extLst>
            </p:cNvPr>
            <p:cNvSpPr/>
            <p:nvPr/>
          </p:nvSpPr>
          <p:spPr>
            <a:xfrm>
              <a:off x="4198702" y="933854"/>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02</a:t>
              </a:r>
              <a:endParaRPr lang="zh-TW" altLang="en-US" sz="3200" dirty="0">
                <a:solidFill>
                  <a:schemeClr val="tx1"/>
                </a:solidFill>
              </a:endParaRPr>
            </a:p>
          </p:txBody>
        </p:sp>
      </p:grpSp>
      <p:grpSp>
        <p:nvGrpSpPr>
          <p:cNvPr id="15" name="群組 14">
            <a:extLst>
              <a:ext uri="{FF2B5EF4-FFF2-40B4-BE49-F238E27FC236}">
                <a16:creationId xmlns:a16="http://schemas.microsoft.com/office/drawing/2014/main" id="{ABD95CDE-3E71-4D25-BD1B-743EAEBCF1B9}"/>
              </a:ext>
            </a:extLst>
          </p:cNvPr>
          <p:cNvGrpSpPr/>
          <p:nvPr/>
        </p:nvGrpSpPr>
        <p:grpSpPr>
          <a:xfrm>
            <a:off x="-7103290" y="0"/>
            <a:ext cx="3168000" cy="6629400"/>
            <a:chOff x="5951230" y="114300"/>
            <a:chExt cx="3168000" cy="6629400"/>
          </a:xfrm>
        </p:grpSpPr>
        <p:sp>
          <p:nvSpPr>
            <p:cNvPr id="7" name="矩形: 圓角 6">
              <a:extLst>
                <a:ext uri="{FF2B5EF4-FFF2-40B4-BE49-F238E27FC236}">
                  <a16:creationId xmlns:a16="http://schemas.microsoft.com/office/drawing/2014/main" id="{341B1D14-30E3-4085-AA84-5B7267BC909C}"/>
                </a:ext>
              </a:extLst>
            </p:cNvPr>
            <p:cNvSpPr/>
            <p:nvPr/>
          </p:nvSpPr>
          <p:spPr>
            <a:xfrm>
              <a:off x="5951230" y="114300"/>
              <a:ext cx="3168000" cy="6629400"/>
            </a:xfrm>
            <a:prstGeom prst="roundRect">
              <a:avLst>
                <a:gd name="adj" fmla="val 5987"/>
              </a:avLst>
            </a:prstGeom>
            <a:solidFill>
              <a:srgbClr val="EEEAE7"/>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A387EB22-2F50-49D6-8E32-D569D8C3E0C6}"/>
                </a:ext>
              </a:extLst>
            </p:cNvPr>
            <p:cNvSpPr/>
            <p:nvPr/>
          </p:nvSpPr>
          <p:spPr>
            <a:xfrm>
              <a:off x="7077162" y="933854"/>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03</a:t>
              </a:r>
              <a:endParaRPr lang="zh-TW" altLang="en-US" sz="3200" dirty="0">
                <a:solidFill>
                  <a:schemeClr val="tx1"/>
                </a:solidFill>
              </a:endParaRPr>
            </a:p>
          </p:txBody>
        </p:sp>
      </p:grpSp>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2DA80FF2-FF61-47DF-B4A7-A5195E4A25E8}"/>
              </a:ext>
            </a:extLst>
          </p:cNvPr>
          <p:cNvSpPr/>
          <p:nvPr/>
        </p:nvSpPr>
        <p:spPr>
          <a:xfrm>
            <a:off x="-1729611" y="-1160026"/>
            <a:ext cx="916136" cy="894945"/>
          </a:xfrm>
          <a:prstGeom prst="roundRect">
            <a:avLst>
              <a:gd name="adj" fmla="val 861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solidFill>
                  <a:schemeClr val="tx1"/>
                </a:solidFill>
              </a:rPr>
              <a:t>04</a:t>
            </a:r>
            <a:endParaRPr lang="zh-TW" altLang="en-US" sz="3200" dirty="0">
              <a:solidFill>
                <a:schemeClr val="tx1"/>
              </a:solidFill>
            </a:endParaRPr>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No DA</a:t>
            </a:r>
            <a:endParaRPr lang="zh-TW" altLang="en-US" sz="28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3" name="圖片 2">
            <a:extLst>
              <a:ext uri="{FF2B5EF4-FFF2-40B4-BE49-F238E27FC236}">
                <a16:creationId xmlns:a16="http://schemas.microsoft.com/office/drawing/2014/main" id="{235F845C-7B3E-4F3A-9970-FC36F2023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1" y="889657"/>
            <a:ext cx="8670100" cy="5202060"/>
          </a:xfrm>
          <a:prstGeom prst="rect">
            <a:avLst/>
          </a:prstGeom>
        </p:spPr>
      </p:pic>
    </p:spTree>
    <p:extLst>
      <p:ext uri="{BB962C8B-B14F-4D97-AF65-F5344CB8AC3E}">
        <p14:creationId xmlns:p14="http://schemas.microsoft.com/office/powerpoint/2010/main" val="1100180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OI</a:t>
            </a:r>
            <a:endParaRPr lang="zh-TW" altLang="en-US" sz="28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3" name="圖片 2">
            <a:extLst>
              <a:ext uri="{FF2B5EF4-FFF2-40B4-BE49-F238E27FC236}">
                <a16:creationId xmlns:a16="http://schemas.microsoft.com/office/drawing/2014/main" id="{2DF267A2-D492-4F5C-AA35-E2806C1AC0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4950" y="605306"/>
            <a:ext cx="8435783" cy="5061469"/>
          </a:xfrm>
          <a:prstGeom prst="rect">
            <a:avLst/>
          </a:prstGeom>
        </p:spPr>
      </p:pic>
    </p:spTree>
    <p:extLst>
      <p:ext uri="{BB962C8B-B14F-4D97-AF65-F5344CB8AC3E}">
        <p14:creationId xmlns:p14="http://schemas.microsoft.com/office/powerpoint/2010/main" val="266673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16" name="圖片 15">
            <a:extLst>
              <a:ext uri="{FF2B5EF4-FFF2-40B4-BE49-F238E27FC236}">
                <a16:creationId xmlns:a16="http://schemas.microsoft.com/office/drawing/2014/main" id="{B49132DF-F8AA-4423-8F82-756194855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0581" y="883659"/>
            <a:ext cx="8484469" cy="5090681"/>
          </a:xfrm>
          <a:prstGeom prst="rect">
            <a:avLst/>
          </a:prstGeom>
        </p:spPr>
      </p:pic>
      <p:sp>
        <p:nvSpPr>
          <p:cNvPr id="7" name="文字方塊 6">
            <a:extLst>
              <a:ext uri="{FF2B5EF4-FFF2-40B4-BE49-F238E27FC236}">
                <a16:creationId xmlns:a16="http://schemas.microsoft.com/office/drawing/2014/main" id="{07E4AB6F-5290-4F4B-B51B-3A84A79313C4}"/>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OI</a:t>
            </a:r>
            <a:endParaRPr lang="zh-TW" altLang="en-US" sz="2800" b="1" i="1" dirty="0">
              <a:solidFill>
                <a:srgbClr val="EEEAE7"/>
              </a:solidFill>
            </a:endParaRPr>
          </a:p>
        </p:txBody>
      </p:sp>
    </p:spTree>
    <p:extLst>
      <p:ext uri="{BB962C8B-B14F-4D97-AF65-F5344CB8AC3E}">
        <p14:creationId xmlns:p14="http://schemas.microsoft.com/office/powerpoint/2010/main" val="417799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21" name="圖片 20">
            <a:extLst>
              <a:ext uri="{FF2B5EF4-FFF2-40B4-BE49-F238E27FC236}">
                <a16:creationId xmlns:a16="http://schemas.microsoft.com/office/drawing/2014/main" id="{9768513D-A42A-4D16-9BA6-7DD96BC4F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4950" y="1013716"/>
            <a:ext cx="8670099" cy="5202059"/>
          </a:xfrm>
          <a:prstGeom prst="rect">
            <a:avLst/>
          </a:prstGeom>
        </p:spPr>
      </p:pic>
      <p:sp>
        <p:nvSpPr>
          <p:cNvPr id="7" name="文字方塊 6">
            <a:extLst>
              <a:ext uri="{FF2B5EF4-FFF2-40B4-BE49-F238E27FC236}">
                <a16:creationId xmlns:a16="http://schemas.microsoft.com/office/drawing/2014/main" id="{1BB25E75-690E-49F7-BB83-4FBD015BB725}"/>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OI</a:t>
            </a:r>
            <a:endParaRPr lang="zh-TW" altLang="en-US" sz="2800" b="1" i="1" dirty="0">
              <a:solidFill>
                <a:srgbClr val="EEEAE7"/>
              </a:solidFill>
            </a:endParaRPr>
          </a:p>
        </p:txBody>
      </p:sp>
      <p:sp>
        <p:nvSpPr>
          <p:cNvPr id="2" name="文字方塊 1">
            <a:extLst>
              <a:ext uri="{FF2B5EF4-FFF2-40B4-BE49-F238E27FC236}">
                <a16:creationId xmlns:a16="http://schemas.microsoft.com/office/drawing/2014/main" id="{A931A9A3-7F19-47C3-9B05-A703D1DC10D0}"/>
              </a:ext>
            </a:extLst>
          </p:cNvPr>
          <p:cNvSpPr txBox="1"/>
          <p:nvPr/>
        </p:nvSpPr>
        <p:spPr>
          <a:xfrm>
            <a:off x="8470900" y="931499"/>
            <a:ext cx="1600200" cy="369332"/>
          </a:xfrm>
          <a:prstGeom prst="rect">
            <a:avLst/>
          </a:prstGeom>
          <a:solidFill>
            <a:schemeClr val="bg1"/>
          </a:solidFill>
        </p:spPr>
        <p:txBody>
          <a:bodyPr wrap="square" rtlCol="0">
            <a:spAutoFit/>
          </a:bodyPr>
          <a:lstStyle/>
          <a:p>
            <a:r>
              <a:rPr lang="en-US" altLang="zh-TW" dirty="0"/>
              <a:t>OBS_10P</a:t>
            </a:r>
            <a:endParaRPr lang="zh-TW" altLang="en-US" dirty="0"/>
          </a:p>
        </p:txBody>
      </p:sp>
    </p:spTree>
    <p:extLst>
      <p:ext uri="{BB962C8B-B14F-4D97-AF65-F5344CB8AC3E}">
        <p14:creationId xmlns:p14="http://schemas.microsoft.com/office/powerpoint/2010/main" val="813410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318181"/>
          </a:xfrm>
          <a:prstGeom prst="rect">
            <a:avLst/>
          </a:prstGeom>
          <a:noFill/>
        </p:spPr>
        <p:txBody>
          <a:bodyPr wrap="square" rtlCol="0">
            <a:spAutoFit/>
          </a:bodyPr>
          <a:lstStyle/>
          <a:p>
            <a:pPr algn="ctr">
              <a:lnSpc>
                <a:spcPct val="150000"/>
              </a:lnSpc>
            </a:pPr>
            <a:r>
              <a:rPr lang="en-US" altLang="zh-TW" sz="2800" b="1" i="1" dirty="0">
                <a:solidFill>
                  <a:srgbClr val="EEEAE7"/>
                </a:solidFill>
              </a:rPr>
              <a:t>learning rate=0.001</a:t>
            </a:r>
          </a:p>
          <a:p>
            <a:pPr algn="ctr">
              <a:lnSpc>
                <a:spcPct val="150000"/>
              </a:lnSpc>
            </a:pPr>
            <a:r>
              <a:rPr lang="en-US" altLang="zh-TW" sz="2800" b="1" i="1" dirty="0" err="1">
                <a:solidFill>
                  <a:srgbClr val="EEEAE7"/>
                </a:solidFill>
              </a:rPr>
              <a:t>tol</a:t>
            </a:r>
            <a:r>
              <a:rPr lang="en-US" altLang="zh-TW" sz="2800" b="1" i="1" dirty="0">
                <a:solidFill>
                  <a:srgbClr val="EEEAE7"/>
                </a:solidFill>
              </a:rPr>
              <a:t> = 1e-6</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3" name="圖片 2">
            <a:extLst>
              <a:ext uri="{FF2B5EF4-FFF2-40B4-BE49-F238E27FC236}">
                <a16:creationId xmlns:a16="http://schemas.microsoft.com/office/drawing/2014/main" id="{70CED650-9151-4F94-8DCA-D200F16374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1373" y="850897"/>
            <a:ext cx="8593677" cy="5156206"/>
          </a:xfrm>
          <a:prstGeom prst="rect">
            <a:avLst/>
          </a:prstGeom>
        </p:spPr>
      </p:pic>
      <p:sp>
        <p:nvSpPr>
          <p:cNvPr id="7" name="文字方塊 6">
            <a:extLst>
              <a:ext uri="{FF2B5EF4-FFF2-40B4-BE49-F238E27FC236}">
                <a16:creationId xmlns:a16="http://schemas.microsoft.com/office/drawing/2014/main" id="{7F8B90A1-42AA-4D9D-9E69-8C714BA173C3}"/>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3DVAR</a:t>
            </a:r>
            <a:endParaRPr lang="zh-TW" altLang="en-US" sz="2800" b="1" i="1" dirty="0">
              <a:solidFill>
                <a:srgbClr val="EEEAE7"/>
              </a:solidFill>
            </a:endParaRPr>
          </a:p>
        </p:txBody>
      </p:sp>
      <p:pic>
        <p:nvPicPr>
          <p:cNvPr id="4" name="圖片 3">
            <a:extLst>
              <a:ext uri="{FF2B5EF4-FFF2-40B4-BE49-F238E27FC236}">
                <a16:creationId xmlns:a16="http://schemas.microsoft.com/office/drawing/2014/main" id="{63EEEEC2-776A-4744-B6D1-EB17C58C2349}"/>
              </a:ext>
            </a:extLst>
          </p:cNvPr>
          <p:cNvPicPr>
            <a:picLocks noChangeAspect="1"/>
          </p:cNvPicPr>
          <p:nvPr/>
        </p:nvPicPr>
        <p:blipFill>
          <a:blip r:embed="rId4"/>
          <a:stretch>
            <a:fillRect/>
          </a:stretch>
        </p:blipFill>
        <p:spPr>
          <a:xfrm>
            <a:off x="10217067" y="1141023"/>
            <a:ext cx="1593933" cy="1156887"/>
          </a:xfrm>
          <a:prstGeom prst="rect">
            <a:avLst/>
          </a:prstGeom>
        </p:spPr>
      </p:pic>
    </p:spTree>
    <p:extLst>
      <p:ext uri="{BB962C8B-B14F-4D97-AF65-F5344CB8AC3E}">
        <p14:creationId xmlns:p14="http://schemas.microsoft.com/office/powerpoint/2010/main" val="2640968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318181"/>
          </a:xfrm>
          <a:prstGeom prst="rect">
            <a:avLst/>
          </a:prstGeom>
          <a:noFill/>
        </p:spPr>
        <p:txBody>
          <a:bodyPr wrap="square" rtlCol="0">
            <a:spAutoFit/>
          </a:bodyPr>
          <a:lstStyle/>
          <a:p>
            <a:pPr algn="ctr">
              <a:lnSpc>
                <a:spcPct val="150000"/>
              </a:lnSpc>
            </a:pPr>
            <a:r>
              <a:rPr lang="en-US" altLang="zh-TW" sz="2800" b="1" i="1" dirty="0">
                <a:solidFill>
                  <a:srgbClr val="EEEAE7"/>
                </a:solidFill>
              </a:rPr>
              <a:t>learning rate=0.001</a:t>
            </a:r>
          </a:p>
          <a:p>
            <a:pPr algn="ctr">
              <a:lnSpc>
                <a:spcPct val="150000"/>
              </a:lnSpc>
            </a:pPr>
            <a:r>
              <a:rPr lang="en-US" altLang="zh-TW" sz="2800" b="1" i="1" dirty="0" err="1">
                <a:solidFill>
                  <a:srgbClr val="EEEAE7"/>
                </a:solidFill>
              </a:rPr>
              <a:t>tol</a:t>
            </a:r>
            <a:r>
              <a:rPr lang="en-US" altLang="zh-TW" sz="2800" b="1" i="1" dirty="0">
                <a:solidFill>
                  <a:srgbClr val="EEEAE7"/>
                </a:solidFill>
              </a:rPr>
              <a:t> = 1e-6</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7" name="圖片 6">
            <a:extLst>
              <a:ext uri="{FF2B5EF4-FFF2-40B4-BE49-F238E27FC236}">
                <a16:creationId xmlns:a16="http://schemas.microsoft.com/office/drawing/2014/main" id="{C1C7CF5C-B523-42B8-A8E5-94BD847EF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1" y="685795"/>
            <a:ext cx="8670100" cy="5202060"/>
          </a:xfrm>
          <a:prstGeom prst="rect">
            <a:avLst/>
          </a:prstGeom>
        </p:spPr>
      </p:pic>
      <p:sp>
        <p:nvSpPr>
          <p:cNvPr id="9" name="文字方塊 8">
            <a:extLst>
              <a:ext uri="{FF2B5EF4-FFF2-40B4-BE49-F238E27FC236}">
                <a16:creationId xmlns:a16="http://schemas.microsoft.com/office/drawing/2014/main" id="{B98D8965-9741-46BB-836B-79B624A6FC93}"/>
              </a:ext>
            </a:extLst>
          </p:cNvPr>
          <p:cNvSpPr txBox="1"/>
          <p:nvPr/>
        </p:nvSpPr>
        <p:spPr>
          <a:xfrm>
            <a:off x="176950" y="1987110"/>
            <a:ext cx="2976664" cy="523220"/>
          </a:xfrm>
          <a:prstGeom prst="rect">
            <a:avLst/>
          </a:prstGeom>
          <a:noFill/>
        </p:spPr>
        <p:txBody>
          <a:bodyPr wrap="square" rtlCol="0">
            <a:spAutoFit/>
          </a:bodyPr>
          <a:lstStyle/>
          <a:p>
            <a:pPr algn="ctr"/>
            <a:r>
              <a:rPr lang="en-US" altLang="zh-TW" sz="2800" b="1" i="1" dirty="0">
                <a:solidFill>
                  <a:srgbClr val="EEEAE7"/>
                </a:solidFill>
              </a:rPr>
              <a:t>3DVAR</a:t>
            </a:r>
            <a:endParaRPr lang="zh-TW" altLang="en-US" sz="2800" b="1" i="1" dirty="0">
              <a:solidFill>
                <a:srgbClr val="EEEAE7"/>
              </a:solidFill>
            </a:endParaRPr>
          </a:p>
        </p:txBody>
      </p:sp>
      <p:sp>
        <p:nvSpPr>
          <p:cNvPr id="10" name="文字方塊 9">
            <a:extLst>
              <a:ext uri="{FF2B5EF4-FFF2-40B4-BE49-F238E27FC236}">
                <a16:creationId xmlns:a16="http://schemas.microsoft.com/office/drawing/2014/main" id="{4DA46556-387A-4FD9-874B-975F879902CA}"/>
              </a:ext>
            </a:extLst>
          </p:cNvPr>
          <p:cNvSpPr txBox="1"/>
          <p:nvPr/>
        </p:nvSpPr>
        <p:spPr>
          <a:xfrm>
            <a:off x="9080500" y="635651"/>
            <a:ext cx="1600200" cy="369332"/>
          </a:xfrm>
          <a:prstGeom prst="rect">
            <a:avLst/>
          </a:prstGeom>
          <a:solidFill>
            <a:schemeClr val="bg1"/>
          </a:solidFill>
        </p:spPr>
        <p:txBody>
          <a:bodyPr wrap="square" rtlCol="0">
            <a:spAutoFit/>
          </a:bodyPr>
          <a:lstStyle/>
          <a:p>
            <a:r>
              <a:rPr lang="en-US" altLang="zh-TW" dirty="0"/>
              <a:t>OBS_20P</a:t>
            </a:r>
            <a:endParaRPr lang="zh-TW" altLang="en-US" dirty="0"/>
          </a:p>
        </p:txBody>
      </p:sp>
    </p:spTree>
    <p:extLst>
      <p:ext uri="{BB962C8B-B14F-4D97-AF65-F5344CB8AC3E}">
        <p14:creationId xmlns:p14="http://schemas.microsoft.com/office/powerpoint/2010/main" val="1702119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318181"/>
          </a:xfrm>
          <a:prstGeom prst="rect">
            <a:avLst/>
          </a:prstGeom>
          <a:noFill/>
        </p:spPr>
        <p:txBody>
          <a:bodyPr wrap="square" rtlCol="0">
            <a:spAutoFit/>
          </a:bodyPr>
          <a:lstStyle/>
          <a:p>
            <a:pPr algn="ctr">
              <a:lnSpc>
                <a:spcPct val="150000"/>
              </a:lnSpc>
            </a:pPr>
            <a:r>
              <a:rPr lang="en-US" altLang="zh-TW" sz="2800" b="1" i="1" dirty="0">
                <a:solidFill>
                  <a:srgbClr val="EEEAE7"/>
                </a:solidFill>
              </a:rPr>
              <a:t>learning rate=0.001</a:t>
            </a:r>
          </a:p>
          <a:p>
            <a:pPr algn="ctr">
              <a:lnSpc>
                <a:spcPct val="150000"/>
              </a:lnSpc>
            </a:pPr>
            <a:r>
              <a:rPr lang="en-US" altLang="zh-TW" sz="2800" b="1" i="1" dirty="0" err="1">
                <a:solidFill>
                  <a:srgbClr val="EEEAE7"/>
                </a:solidFill>
              </a:rPr>
              <a:t>tol</a:t>
            </a:r>
            <a:r>
              <a:rPr lang="en-US" altLang="zh-TW" sz="2800" b="1" i="1" dirty="0">
                <a:solidFill>
                  <a:srgbClr val="EEEAE7"/>
                </a:solidFill>
              </a:rPr>
              <a:t> = 1e-6</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5" name="圖片 4">
            <a:extLst>
              <a:ext uri="{FF2B5EF4-FFF2-40B4-BE49-F238E27FC236}">
                <a16:creationId xmlns:a16="http://schemas.microsoft.com/office/drawing/2014/main" id="{512997D0-55A7-4E4E-84F2-F5431433CA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1" y="654179"/>
            <a:ext cx="8765768" cy="5259460"/>
          </a:xfrm>
          <a:prstGeom prst="rect">
            <a:avLst/>
          </a:prstGeom>
        </p:spPr>
      </p:pic>
      <p:sp>
        <p:nvSpPr>
          <p:cNvPr id="7" name="文字方塊 6">
            <a:extLst>
              <a:ext uri="{FF2B5EF4-FFF2-40B4-BE49-F238E27FC236}">
                <a16:creationId xmlns:a16="http://schemas.microsoft.com/office/drawing/2014/main" id="{C3B42AA0-BD03-4D1F-B226-54415C160E36}"/>
              </a:ext>
            </a:extLst>
          </p:cNvPr>
          <p:cNvSpPr txBox="1"/>
          <p:nvPr/>
        </p:nvSpPr>
        <p:spPr>
          <a:xfrm>
            <a:off x="9144000" y="587729"/>
            <a:ext cx="1600200" cy="369332"/>
          </a:xfrm>
          <a:prstGeom prst="rect">
            <a:avLst/>
          </a:prstGeom>
          <a:solidFill>
            <a:schemeClr val="bg1"/>
          </a:solidFill>
        </p:spPr>
        <p:txBody>
          <a:bodyPr wrap="square" rtlCol="0">
            <a:spAutoFit/>
          </a:bodyPr>
          <a:lstStyle/>
          <a:p>
            <a:r>
              <a:rPr lang="en-US" altLang="zh-TW" dirty="0"/>
              <a:t>OBS_10P</a:t>
            </a:r>
            <a:endParaRPr lang="zh-TW" altLang="en-US" dirty="0"/>
          </a:p>
        </p:txBody>
      </p:sp>
    </p:spTree>
    <p:extLst>
      <p:ext uri="{BB962C8B-B14F-4D97-AF65-F5344CB8AC3E}">
        <p14:creationId xmlns:p14="http://schemas.microsoft.com/office/powerpoint/2010/main" val="3471236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964512"/>
          </a:xfrm>
          <a:prstGeom prst="rect">
            <a:avLst/>
          </a:prstGeom>
          <a:noFill/>
        </p:spPr>
        <p:txBody>
          <a:bodyPr wrap="square" rtlCol="0">
            <a:spAutoFit/>
          </a:bodyPr>
          <a:lstStyle/>
          <a:p>
            <a:pPr algn="ctr">
              <a:lnSpc>
                <a:spcPct val="150000"/>
              </a:lnSpc>
            </a:pPr>
            <a:r>
              <a:rPr lang="en-US" altLang="zh-TW" sz="2800" b="1" i="1" dirty="0">
                <a:solidFill>
                  <a:srgbClr val="EEEAE7"/>
                </a:solidFill>
              </a:rPr>
              <a:t>Comparison </a:t>
            </a:r>
          </a:p>
          <a:p>
            <a:pPr algn="ctr">
              <a:lnSpc>
                <a:spcPct val="150000"/>
              </a:lnSpc>
            </a:pPr>
            <a:r>
              <a:rPr lang="en-US" altLang="zh-TW" sz="2800" b="1" i="1" dirty="0">
                <a:solidFill>
                  <a:srgbClr val="EEEAE7"/>
                </a:solidFill>
              </a:rPr>
              <a:t>OI </a:t>
            </a:r>
            <a:r>
              <a:rPr lang="en-US" altLang="zh-TW" sz="2800" b="1" i="1" dirty="0" err="1">
                <a:solidFill>
                  <a:srgbClr val="EEEAE7"/>
                </a:solidFill>
              </a:rPr>
              <a:t>v.s</a:t>
            </a:r>
            <a:r>
              <a:rPr lang="en-US" altLang="zh-TW" sz="2800" b="1" i="1" dirty="0">
                <a:solidFill>
                  <a:srgbClr val="EEEAE7"/>
                </a:solidFill>
              </a:rPr>
              <a:t>. </a:t>
            </a:r>
            <a:r>
              <a:rPr lang="en-US" altLang="zh-TW" sz="2800" b="1" i="1" dirty="0" err="1">
                <a:solidFill>
                  <a:srgbClr val="EEEAE7"/>
                </a:solidFill>
              </a:rPr>
              <a:t>incre</a:t>
            </a:r>
            <a:r>
              <a:rPr lang="en-US" altLang="zh-TW" sz="2800" b="1" i="1" dirty="0">
                <a:solidFill>
                  <a:srgbClr val="EEEAE7"/>
                </a:solidFill>
              </a:rPr>
              <a:t> 3Dvar</a:t>
            </a:r>
          </a:p>
          <a:p>
            <a:pPr algn="ctr">
              <a:lnSpc>
                <a:spcPct val="150000"/>
              </a:lnSpc>
            </a:pPr>
            <a:r>
              <a:rPr lang="en-US" altLang="zh-TW" sz="2800" b="1" i="1" dirty="0" err="1">
                <a:solidFill>
                  <a:srgbClr val="EEEAE7"/>
                </a:solidFill>
              </a:rPr>
              <a:t>obs</a:t>
            </a:r>
            <a:r>
              <a:rPr lang="en-US" altLang="zh-TW" sz="2800" b="1" i="1" dirty="0">
                <a:solidFill>
                  <a:srgbClr val="EEEAE7"/>
                </a:solidFill>
              </a:rPr>
              <a:t> = 20P</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9" name="圖片 8">
            <a:extLst>
              <a:ext uri="{FF2B5EF4-FFF2-40B4-BE49-F238E27FC236}">
                <a16:creationId xmlns:a16="http://schemas.microsoft.com/office/drawing/2014/main" id="{AB6D7D26-56D9-4EE9-8227-3EE3A0F80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1" y="729365"/>
            <a:ext cx="8765768" cy="5259460"/>
          </a:xfrm>
          <a:prstGeom prst="rect">
            <a:avLst/>
          </a:prstGeom>
        </p:spPr>
      </p:pic>
    </p:spTree>
    <p:extLst>
      <p:ext uri="{BB962C8B-B14F-4D97-AF65-F5344CB8AC3E}">
        <p14:creationId xmlns:p14="http://schemas.microsoft.com/office/powerpoint/2010/main" val="823058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964512"/>
          </a:xfrm>
          <a:prstGeom prst="rect">
            <a:avLst/>
          </a:prstGeom>
          <a:noFill/>
        </p:spPr>
        <p:txBody>
          <a:bodyPr wrap="square" rtlCol="0">
            <a:spAutoFit/>
          </a:bodyPr>
          <a:lstStyle/>
          <a:p>
            <a:pPr algn="ctr">
              <a:lnSpc>
                <a:spcPct val="150000"/>
              </a:lnSpc>
            </a:pPr>
            <a:r>
              <a:rPr lang="en-US" altLang="zh-TW" sz="2800" b="1" i="1" dirty="0">
                <a:solidFill>
                  <a:srgbClr val="EEEAE7"/>
                </a:solidFill>
              </a:rPr>
              <a:t>Comparison </a:t>
            </a:r>
          </a:p>
          <a:p>
            <a:pPr algn="ctr">
              <a:lnSpc>
                <a:spcPct val="150000"/>
              </a:lnSpc>
            </a:pPr>
            <a:r>
              <a:rPr lang="en-US" altLang="zh-TW" sz="2800" b="1" i="1" dirty="0">
                <a:solidFill>
                  <a:srgbClr val="EEEAE7"/>
                </a:solidFill>
              </a:rPr>
              <a:t>OI </a:t>
            </a:r>
            <a:r>
              <a:rPr lang="en-US" altLang="zh-TW" sz="2800" b="1" i="1" dirty="0" err="1">
                <a:solidFill>
                  <a:srgbClr val="EEEAE7"/>
                </a:solidFill>
              </a:rPr>
              <a:t>v.s</a:t>
            </a:r>
            <a:r>
              <a:rPr lang="en-US" altLang="zh-TW" sz="2800" b="1" i="1" dirty="0">
                <a:solidFill>
                  <a:srgbClr val="EEEAE7"/>
                </a:solidFill>
              </a:rPr>
              <a:t>. </a:t>
            </a:r>
            <a:r>
              <a:rPr lang="en-US" altLang="zh-TW" sz="2800" b="1" i="1" dirty="0" err="1">
                <a:solidFill>
                  <a:srgbClr val="EEEAE7"/>
                </a:solidFill>
              </a:rPr>
              <a:t>incre</a:t>
            </a:r>
            <a:r>
              <a:rPr lang="en-US" altLang="zh-TW" sz="2800" b="1" i="1" dirty="0">
                <a:solidFill>
                  <a:srgbClr val="EEEAE7"/>
                </a:solidFill>
              </a:rPr>
              <a:t> 3Dvar</a:t>
            </a:r>
          </a:p>
          <a:p>
            <a:pPr algn="ctr">
              <a:lnSpc>
                <a:spcPct val="150000"/>
              </a:lnSpc>
            </a:pPr>
            <a:r>
              <a:rPr lang="en-US" altLang="zh-TW" sz="2800" b="1" i="1" dirty="0" err="1">
                <a:solidFill>
                  <a:srgbClr val="EEEAE7"/>
                </a:solidFill>
              </a:rPr>
              <a:t>obs</a:t>
            </a:r>
            <a:r>
              <a:rPr lang="en-US" altLang="zh-TW" sz="2800" b="1" i="1" dirty="0">
                <a:solidFill>
                  <a:srgbClr val="EEEAE7"/>
                </a:solidFill>
              </a:rPr>
              <a:t> = 20P</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3" name="圖片 2">
            <a:extLst>
              <a:ext uri="{FF2B5EF4-FFF2-40B4-BE49-F238E27FC236}">
                <a16:creationId xmlns:a16="http://schemas.microsoft.com/office/drawing/2014/main" id="{AF68DF6B-2289-49A3-BA1D-F6FADD200C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1" y="685795"/>
            <a:ext cx="8765768" cy="5259460"/>
          </a:xfrm>
          <a:prstGeom prst="rect">
            <a:avLst/>
          </a:prstGeom>
        </p:spPr>
      </p:pic>
    </p:spTree>
    <p:extLst>
      <p:ext uri="{BB962C8B-B14F-4D97-AF65-F5344CB8AC3E}">
        <p14:creationId xmlns:p14="http://schemas.microsoft.com/office/powerpoint/2010/main" val="4028851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964512"/>
          </a:xfrm>
          <a:prstGeom prst="rect">
            <a:avLst/>
          </a:prstGeom>
          <a:noFill/>
        </p:spPr>
        <p:txBody>
          <a:bodyPr wrap="square" rtlCol="0">
            <a:spAutoFit/>
          </a:bodyPr>
          <a:lstStyle/>
          <a:p>
            <a:pPr algn="ctr">
              <a:lnSpc>
                <a:spcPct val="150000"/>
              </a:lnSpc>
            </a:pPr>
            <a:r>
              <a:rPr lang="en-US" altLang="zh-TW" sz="2800" b="1" i="1" dirty="0">
                <a:solidFill>
                  <a:srgbClr val="EEEAE7"/>
                </a:solidFill>
              </a:rPr>
              <a:t>Comparison </a:t>
            </a:r>
          </a:p>
          <a:p>
            <a:pPr algn="ctr">
              <a:lnSpc>
                <a:spcPct val="150000"/>
              </a:lnSpc>
            </a:pPr>
            <a:r>
              <a:rPr lang="en-US" altLang="zh-TW" sz="2800" b="1" i="1" dirty="0">
                <a:solidFill>
                  <a:srgbClr val="EEEAE7"/>
                </a:solidFill>
              </a:rPr>
              <a:t>OI </a:t>
            </a:r>
            <a:r>
              <a:rPr lang="en-US" altLang="zh-TW" sz="2800" b="1" i="1" dirty="0" err="1">
                <a:solidFill>
                  <a:srgbClr val="EEEAE7"/>
                </a:solidFill>
              </a:rPr>
              <a:t>v.s</a:t>
            </a:r>
            <a:r>
              <a:rPr lang="en-US" altLang="zh-TW" sz="2800" b="1" i="1" dirty="0">
                <a:solidFill>
                  <a:srgbClr val="EEEAE7"/>
                </a:solidFill>
              </a:rPr>
              <a:t>. </a:t>
            </a:r>
            <a:r>
              <a:rPr lang="en-US" altLang="zh-TW" sz="2800" b="1" i="1" dirty="0" err="1">
                <a:solidFill>
                  <a:srgbClr val="EEEAE7"/>
                </a:solidFill>
              </a:rPr>
              <a:t>incre</a:t>
            </a:r>
            <a:r>
              <a:rPr lang="en-US" altLang="zh-TW" sz="2800" b="1" i="1" dirty="0">
                <a:solidFill>
                  <a:srgbClr val="EEEAE7"/>
                </a:solidFill>
              </a:rPr>
              <a:t> 3Dvar</a:t>
            </a:r>
          </a:p>
          <a:p>
            <a:pPr algn="ctr">
              <a:lnSpc>
                <a:spcPct val="150000"/>
              </a:lnSpc>
            </a:pPr>
            <a:r>
              <a:rPr lang="en-US" altLang="zh-TW" sz="2800" b="1" i="1" dirty="0" err="1">
                <a:solidFill>
                  <a:srgbClr val="EEEAE7"/>
                </a:solidFill>
              </a:rPr>
              <a:t>obs</a:t>
            </a:r>
            <a:r>
              <a:rPr lang="en-US" altLang="zh-TW" sz="2800" b="1" i="1" dirty="0">
                <a:solidFill>
                  <a:srgbClr val="EEEAE7"/>
                </a:solidFill>
              </a:rPr>
              <a:t> = 20P</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6" name="圖片 5">
            <a:extLst>
              <a:ext uri="{FF2B5EF4-FFF2-40B4-BE49-F238E27FC236}">
                <a16:creationId xmlns:a16="http://schemas.microsoft.com/office/drawing/2014/main" id="{8C99DC39-0306-4FBC-B4D0-C09E271D5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0" y="685795"/>
            <a:ext cx="8763011" cy="5257806"/>
          </a:xfrm>
          <a:prstGeom prst="rect">
            <a:avLst/>
          </a:prstGeom>
        </p:spPr>
      </p:pic>
    </p:spTree>
    <p:extLst>
      <p:ext uri="{BB962C8B-B14F-4D97-AF65-F5344CB8AC3E}">
        <p14:creationId xmlns:p14="http://schemas.microsoft.com/office/powerpoint/2010/main" val="4241201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964512"/>
          </a:xfrm>
          <a:prstGeom prst="rect">
            <a:avLst/>
          </a:prstGeom>
          <a:noFill/>
        </p:spPr>
        <p:txBody>
          <a:bodyPr wrap="square" rtlCol="0">
            <a:spAutoFit/>
          </a:bodyPr>
          <a:lstStyle/>
          <a:p>
            <a:pPr algn="ctr">
              <a:lnSpc>
                <a:spcPct val="150000"/>
              </a:lnSpc>
            </a:pPr>
            <a:r>
              <a:rPr lang="en-US" altLang="zh-TW" sz="2800" b="1" i="1" dirty="0">
                <a:solidFill>
                  <a:srgbClr val="EEEAE7"/>
                </a:solidFill>
              </a:rPr>
              <a:t>EKF</a:t>
            </a:r>
          </a:p>
          <a:p>
            <a:pPr algn="ctr">
              <a:lnSpc>
                <a:spcPct val="150000"/>
              </a:lnSpc>
            </a:pPr>
            <a:r>
              <a:rPr lang="en-US" altLang="zh-TW" sz="2800" b="1" i="1" dirty="0">
                <a:solidFill>
                  <a:srgbClr val="EEEAE7"/>
                </a:solidFill>
              </a:rPr>
              <a:t>With/without Q</a:t>
            </a:r>
          </a:p>
          <a:p>
            <a:pPr algn="ctr">
              <a:lnSpc>
                <a:spcPct val="150000"/>
              </a:lnSpc>
            </a:pPr>
            <a:r>
              <a:rPr lang="en-US" altLang="zh-TW" sz="2800" b="1" i="1" dirty="0">
                <a:solidFill>
                  <a:srgbClr val="EEEAE7"/>
                </a:solidFill>
              </a:rPr>
              <a:t>OBS</a:t>
            </a:r>
            <a:r>
              <a:rPr lang="zh-TW" altLang="en-US" sz="2800" b="1" i="1" dirty="0">
                <a:solidFill>
                  <a:srgbClr val="EEEAE7"/>
                </a:solidFill>
              </a:rPr>
              <a:t> </a:t>
            </a:r>
            <a:r>
              <a:rPr lang="en-US" altLang="zh-TW" sz="2800" b="1" i="1" dirty="0">
                <a:solidFill>
                  <a:srgbClr val="EEEAE7"/>
                </a:solidFill>
              </a:rPr>
              <a:t>=</a:t>
            </a:r>
            <a:r>
              <a:rPr lang="zh-TW" altLang="en-US" sz="2800" b="1" i="1" dirty="0">
                <a:solidFill>
                  <a:srgbClr val="EEEAE7"/>
                </a:solidFill>
              </a:rPr>
              <a:t> </a:t>
            </a:r>
            <a:r>
              <a:rPr lang="en-US" altLang="zh-TW" sz="2800" b="1" i="1" dirty="0">
                <a:solidFill>
                  <a:srgbClr val="EEEAE7"/>
                </a:solidFill>
              </a:rPr>
              <a:t>40P</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5" name="圖片 4">
            <a:extLst>
              <a:ext uri="{FF2B5EF4-FFF2-40B4-BE49-F238E27FC236}">
                <a16:creationId xmlns:a16="http://schemas.microsoft.com/office/drawing/2014/main" id="{2426A472-8C50-44F7-9CBD-16527F5DE8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7178" y="762001"/>
            <a:ext cx="8886664" cy="5331998"/>
          </a:xfrm>
          <a:prstGeom prst="rect">
            <a:avLst/>
          </a:prstGeom>
        </p:spPr>
      </p:pic>
    </p:spTree>
    <p:extLst>
      <p:ext uri="{BB962C8B-B14F-4D97-AF65-F5344CB8AC3E}">
        <p14:creationId xmlns:p14="http://schemas.microsoft.com/office/powerpoint/2010/main" val="149572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964512"/>
          </a:xfrm>
          <a:prstGeom prst="rect">
            <a:avLst/>
          </a:prstGeom>
          <a:noFill/>
        </p:spPr>
        <p:txBody>
          <a:bodyPr wrap="square" rtlCol="0">
            <a:spAutoFit/>
          </a:bodyPr>
          <a:lstStyle/>
          <a:p>
            <a:pPr algn="ctr">
              <a:lnSpc>
                <a:spcPct val="150000"/>
              </a:lnSpc>
            </a:pPr>
            <a:r>
              <a:rPr lang="en-US" altLang="zh-TW" sz="2800" b="1" i="1" dirty="0">
                <a:solidFill>
                  <a:srgbClr val="EEEAE7"/>
                </a:solidFill>
              </a:rPr>
              <a:t>EKF</a:t>
            </a:r>
          </a:p>
          <a:p>
            <a:pPr algn="ctr">
              <a:lnSpc>
                <a:spcPct val="150000"/>
              </a:lnSpc>
            </a:pPr>
            <a:r>
              <a:rPr lang="en-US" altLang="zh-TW" sz="2800" b="1" i="1" dirty="0">
                <a:solidFill>
                  <a:srgbClr val="EEEAE7"/>
                </a:solidFill>
              </a:rPr>
              <a:t>Q = 0.0561</a:t>
            </a:r>
          </a:p>
          <a:p>
            <a:pPr algn="ctr">
              <a:lnSpc>
                <a:spcPct val="150000"/>
              </a:lnSpc>
            </a:pPr>
            <a:r>
              <a:rPr lang="en-US" altLang="zh-TW" sz="2800" b="1" i="1" dirty="0">
                <a:solidFill>
                  <a:srgbClr val="EEEAE7"/>
                </a:solidFill>
              </a:rPr>
              <a:t>OBS</a:t>
            </a:r>
            <a:r>
              <a:rPr lang="zh-TW" altLang="en-US" sz="2800" b="1" i="1" dirty="0">
                <a:solidFill>
                  <a:srgbClr val="EEEAE7"/>
                </a:solidFill>
              </a:rPr>
              <a:t> </a:t>
            </a:r>
            <a:r>
              <a:rPr lang="en-US" altLang="zh-TW" sz="2800" b="1" i="1" dirty="0">
                <a:solidFill>
                  <a:srgbClr val="EEEAE7"/>
                </a:solidFill>
              </a:rPr>
              <a:t>=</a:t>
            </a:r>
            <a:r>
              <a:rPr lang="zh-TW" altLang="en-US" sz="2800" b="1" i="1" dirty="0">
                <a:solidFill>
                  <a:srgbClr val="EEEAE7"/>
                </a:solidFill>
              </a:rPr>
              <a:t> </a:t>
            </a:r>
            <a:r>
              <a:rPr lang="en-US" altLang="zh-TW" sz="2800" b="1" i="1" dirty="0">
                <a:solidFill>
                  <a:srgbClr val="EEEAE7"/>
                </a:solidFill>
              </a:rPr>
              <a:t>20P</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pic>
        <p:nvPicPr>
          <p:cNvPr id="11" name="圖片 10">
            <a:extLst>
              <a:ext uri="{FF2B5EF4-FFF2-40B4-BE49-F238E27FC236}">
                <a16:creationId xmlns:a16="http://schemas.microsoft.com/office/drawing/2014/main" id="{1C07EFB0-CC23-4543-8073-E9D7CF1C6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950" y="907545"/>
            <a:ext cx="8847050" cy="5308230"/>
          </a:xfrm>
          <a:prstGeom prst="rect">
            <a:avLst/>
          </a:prstGeom>
        </p:spPr>
      </p:pic>
    </p:spTree>
    <p:extLst>
      <p:ext uri="{BB962C8B-B14F-4D97-AF65-F5344CB8AC3E}">
        <p14:creationId xmlns:p14="http://schemas.microsoft.com/office/powerpoint/2010/main" val="3685559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964512"/>
          </a:xfrm>
          <a:prstGeom prst="rect">
            <a:avLst/>
          </a:prstGeom>
          <a:noFill/>
        </p:spPr>
        <p:txBody>
          <a:bodyPr wrap="square" rtlCol="0">
            <a:spAutoFit/>
          </a:bodyPr>
          <a:lstStyle/>
          <a:p>
            <a:pPr algn="ctr">
              <a:lnSpc>
                <a:spcPct val="150000"/>
              </a:lnSpc>
            </a:pPr>
            <a:r>
              <a:rPr lang="en-US" altLang="zh-TW" sz="2800" b="1" i="1" dirty="0">
                <a:solidFill>
                  <a:srgbClr val="EEEAE7"/>
                </a:solidFill>
              </a:rPr>
              <a:t>EKF </a:t>
            </a:r>
            <a:r>
              <a:rPr lang="en-US" altLang="zh-TW" sz="2800" b="1" i="1" dirty="0" err="1">
                <a:solidFill>
                  <a:srgbClr val="EEEAE7"/>
                </a:solidFill>
              </a:rPr>
              <a:t>v.s</a:t>
            </a:r>
            <a:r>
              <a:rPr lang="en-US" altLang="zh-TW" sz="2800" b="1" i="1" dirty="0">
                <a:solidFill>
                  <a:srgbClr val="EEEAE7"/>
                </a:solidFill>
              </a:rPr>
              <a:t> OI </a:t>
            </a:r>
            <a:r>
              <a:rPr lang="en-US" altLang="zh-TW" sz="2800" b="1" i="1" dirty="0" err="1">
                <a:solidFill>
                  <a:srgbClr val="EEEAE7"/>
                </a:solidFill>
              </a:rPr>
              <a:t>v.s</a:t>
            </a:r>
            <a:r>
              <a:rPr lang="en-US" altLang="zh-TW" sz="2800" b="1" i="1" dirty="0">
                <a:solidFill>
                  <a:srgbClr val="EEEAE7"/>
                </a:solidFill>
              </a:rPr>
              <a:t> 3Dvar</a:t>
            </a:r>
          </a:p>
          <a:p>
            <a:pPr algn="ctr">
              <a:lnSpc>
                <a:spcPct val="150000"/>
              </a:lnSpc>
            </a:pPr>
            <a:r>
              <a:rPr lang="en-US" altLang="zh-TW" sz="2800" b="1" i="1" dirty="0">
                <a:solidFill>
                  <a:srgbClr val="EEEAE7"/>
                </a:solidFill>
              </a:rPr>
              <a:t>Q = 1.1</a:t>
            </a:r>
          </a:p>
          <a:p>
            <a:pPr algn="ctr">
              <a:lnSpc>
                <a:spcPct val="150000"/>
              </a:lnSpc>
            </a:pPr>
            <a:r>
              <a:rPr lang="en-US" altLang="zh-TW" sz="2800" b="1" i="1" dirty="0">
                <a:solidFill>
                  <a:srgbClr val="EEEAE7"/>
                </a:solidFill>
              </a:rPr>
              <a:t>OBS</a:t>
            </a:r>
            <a:r>
              <a:rPr lang="zh-TW" altLang="en-US" sz="2800" b="1" i="1" dirty="0">
                <a:solidFill>
                  <a:srgbClr val="EEEAE7"/>
                </a:solidFill>
              </a:rPr>
              <a:t> </a:t>
            </a:r>
            <a:r>
              <a:rPr lang="en-US" altLang="zh-TW" sz="2800" b="1" i="1" dirty="0">
                <a:solidFill>
                  <a:srgbClr val="EEEAE7"/>
                </a:solidFill>
              </a:rPr>
              <a:t>=</a:t>
            </a:r>
            <a:r>
              <a:rPr lang="zh-TW" altLang="en-US" sz="2800" b="1" i="1" dirty="0">
                <a:solidFill>
                  <a:srgbClr val="EEEAE7"/>
                </a:solidFill>
              </a:rPr>
              <a:t> </a:t>
            </a:r>
            <a:r>
              <a:rPr lang="en-US" altLang="zh-TW" sz="2800" b="1" i="1" dirty="0">
                <a:solidFill>
                  <a:srgbClr val="EEEAE7"/>
                </a:solidFill>
              </a:rPr>
              <a:t>40P</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spTree>
    <p:extLst>
      <p:ext uri="{BB962C8B-B14F-4D97-AF65-F5344CB8AC3E}">
        <p14:creationId xmlns:p14="http://schemas.microsoft.com/office/powerpoint/2010/main" val="3361816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DC9385B-44F6-406C-96A3-4263E7722B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6717" y="1652836"/>
            <a:ext cx="6165283" cy="3699170"/>
          </a:xfrm>
          <a:prstGeom prst="rect">
            <a:avLst/>
          </a:prstGeom>
        </p:spPr>
      </p:pic>
      <p:pic>
        <p:nvPicPr>
          <p:cNvPr id="7" name="圖片 6">
            <a:extLst>
              <a:ext uri="{FF2B5EF4-FFF2-40B4-BE49-F238E27FC236}">
                <a16:creationId xmlns:a16="http://schemas.microsoft.com/office/drawing/2014/main" id="{C34296C0-54DA-46DA-BE5B-D26EB7F60E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630" y="0"/>
            <a:ext cx="5837369" cy="3502421"/>
          </a:xfrm>
          <a:prstGeom prst="rect">
            <a:avLst/>
          </a:prstGeom>
        </p:spPr>
      </p:pic>
      <p:pic>
        <p:nvPicPr>
          <p:cNvPr id="5" name="圖片 4">
            <a:extLst>
              <a:ext uri="{FF2B5EF4-FFF2-40B4-BE49-F238E27FC236}">
                <a16:creationId xmlns:a16="http://schemas.microsoft.com/office/drawing/2014/main" id="{EBFFA4FD-A0F8-4914-8EA0-782032356F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775" y="3369431"/>
            <a:ext cx="5837370" cy="3502422"/>
          </a:xfrm>
          <a:prstGeom prst="rect">
            <a:avLst/>
          </a:prstGeom>
        </p:spPr>
      </p:pic>
    </p:spTree>
    <p:extLst>
      <p:ext uri="{BB962C8B-B14F-4D97-AF65-F5344CB8AC3E}">
        <p14:creationId xmlns:p14="http://schemas.microsoft.com/office/powerpoint/2010/main" val="235271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671851"/>
          </a:xfrm>
          <a:prstGeom prst="rect">
            <a:avLst/>
          </a:prstGeom>
          <a:noFill/>
        </p:spPr>
        <p:txBody>
          <a:bodyPr wrap="square" rtlCol="0">
            <a:spAutoFit/>
          </a:bodyPr>
          <a:lstStyle/>
          <a:p>
            <a:pPr algn="ctr">
              <a:lnSpc>
                <a:spcPct val="150000"/>
              </a:lnSpc>
            </a:pPr>
            <a:r>
              <a:rPr lang="en-US" altLang="zh-TW" sz="2800" b="1" i="1" dirty="0">
                <a:solidFill>
                  <a:srgbClr val="EEEAE7"/>
                </a:solidFill>
              </a:rPr>
              <a:t>Conclusions</a:t>
            </a: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sp>
        <p:nvSpPr>
          <p:cNvPr id="6" name="文字方塊 5">
            <a:extLst>
              <a:ext uri="{FF2B5EF4-FFF2-40B4-BE49-F238E27FC236}">
                <a16:creationId xmlns:a16="http://schemas.microsoft.com/office/drawing/2014/main" id="{5BA0BB65-24D7-4D90-9A73-884CC042259E}"/>
              </a:ext>
            </a:extLst>
          </p:cNvPr>
          <p:cNvSpPr txBox="1"/>
          <p:nvPr/>
        </p:nvSpPr>
        <p:spPr>
          <a:xfrm>
            <a:off x="3608807" y="605081"/>
            <a:ext cx="8243112" cy="558460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n"/>
            </a:pPr>
            <a:r>
              <a:rPr lang="en-US" altLang="zh-TW" sz="2000" dirty="0"/>
              <a:t>In most cases, as the assimilation cycle length increases and the number of observations decreases, the results tend to worsen.</a:t>
            </a:r>
          </a:p>
          <a:p>
            <a:pPr marL="342900" indent="-342900" algn="just">
              <a:lnSpc>
                <a:spcPct val="150000"/>
              </a:lnSpc>
              <a:buFont typeface="Wingdings" panose="05000000000000000000" pitchFamily="2" charset="2"/>
              <a:buChar char="n"/>
            </a:pPr>
            <a:r>
              <a:rPr lang="en-US" altLang="zh-TW" sz="2000" dirty="0"/>
              <a:t>For some results, similar to OI, the performance may improve with longer assimilation cycles under different numbers of observations. This might be due to the influence of the background error covariance </a:t>
            </a:r>
            <a:r>
              <a:rPr lang="zh-TW" altLang="en-US" sz="2000" dirty="0"/>
              <a:t>𝐵</a:t>
            </a:r>
            <a:r>
              <a:rPr lang="en-US" altLang="zh-TW" sz="2000" dirty="0"/>
              <a:t>, which is static in this case. If </a:t>
            </a:r>
            <a:r>
              <a:rPr lang="zh-TW" altLang="en-US" sz="2000" dirty="0"/>
              <a:t>𝐵</a:t>
            </a:r>
            <a:r>
              <a:rPr lang="en-US" altLang="zh-TW" sz="2000" dirty="0"/>
              <a:t> were modified using the NMC method, the results might show some differences.</a:t>
            </a:r>
          </a:p>
          <a:p>
            <a:pPr marL="342900" indent="-342900" algn="just">
              <a:lnSpc>
                <a:spcPct val="150000"/>
              </a:lnSpc>
              <a:buFont typeface="Wingdings" panose="05000000000000000000" pitchFamily="2" charset="2"/>
              <a:buChar char="n"/>
            </a:pPr>
            <a:r>
              <a:rPr lang="en-US" altLang="zh-TW" sz="2000" dirty="0"/>
              <a:t>For EKF, the results appear reasonable when assimilating the same number of observations. However, there still seems to be an issue because, when the number of observations is reduced, the results are worse than those of OI and 3DVAR, regardless of how </a:t>
            </a:r>
            <a:r>
              <a:rPr lang="zh-TW" altLang="en-US" sz="2000" dirty="0"/>
              <a:t>𝑄</a:t>
            </a:r>
            <a:r>
              <a:rPr lang="en-US" altLang="zh-TW" sz="2000" dirty="0"/>
              <a:t> is adjusted (ranging from 0.001 to 1.1).</a:t>
            </a:r>
            <a:endParaRPr lang="zh-TW" altLang="en-US" sz="2000" dirty="0"/>
          </a:p>
        </p:txBody>
      </p:sp>
    </p:spTree>
    <p:extLst>
      <p:ext uri="{BB962C8B-B14F-4D97-AF65-F5344CB8AC3E}">
        <p14:creationId xmlns:p14="http://schemas.microsoft.com/office/powerpoint/2010/main" val="1665879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圓角 7">
            <a:extLst>
              <a:ext uri="{FF2B5EF4-FFF2-40B4-BE49-F238E27FC236}">
                <a16:creationId xmlns:a16="http://schemas.microsoft.com/office/drawing/2014/main" id="{71860E32-9E61-4693-AB32-89ECE3DD8861}"/>
              </a:ext>
            </a:extLst>
          </p:cNvPr>
          <p:cNvSpPr/>
          <p:nvPr/>
        </p:nvSpPr>
        <p:spPr>
          <a:xfrm>
            <a:off x="81282" y="82684"/>
            <a:ext cx="3168000" cy="6629400"/>
          </a:xfrm>
          <a:prstGeom prst="roundRect">
            <a:avLst>
              <a:gd name="adj" fmla="val 5987"/>
            </a:avLst>
          </a:prstGeom>
          <a:solidFill>
            <a:srgbClr val="B9B093"/>
          </a:solidFill>
          <a:ln>
            <a:noFill/>
          </a:ln>
          <a:effectLst>
            <a:outerShdw blurRad="762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909AB152-DBFC-4327-8DB4-562AFB7091B2}"/>
              </a:ext>
            </a:extLst>
          </p:cNvPr>
          <p:cNvSpPr txBox="1"/>
          <p:nvPr/>
        </p:nvSpPr>
        <p:spPr>
          <a:xfrm>
            <a:off x="176950" y="605306"/>
            <a:ext cx="2976664" cy="1323439"/>
          </a:xfrm>
          <a:prstGeom prst="rect">
            <a:avLst/>
          </a:prstGeom>
          <a:noFill/>
        </p:spPr>
        <p:txBody>
          <a:bodyPr wrap="square" rtlCol="0">
            <a:spAutoFit/>
          </a:bodyPr>
          <a:lstStyle/>
          <a:p>
            <a:pPr algn="ctr"/>
            <a:r>
              <a:rPr lang="en-US" altLang="zh-TW" sz="4000" b="1" i="1" dirty="0">
                <a:solidFill>
                  <a:srgbClr val="EEEAE7"/>
                </a:solidFill>
              </a:rPr>
              <a:t>Data assimilation</a:t>
            </a:r>
            <a:endParaRPr lang="zh-TW" altLang="en-US" sz="4000" b="1" i="1" dirty="0">
              <a:solidFill>
                <a:srgbClr val="EEEAE7"/>
              </a:solidFill>
            </a:endParaRPr>
          </a:p>
        </p:txBody>
      </p:sp>
      <p:sp>
        <p:nvSpPr>
          <p:cNvPr id="19" name="文字方塊 18">
            <a:extLst>
              <a:ext uri="{FF2B5EF4-FFF2-40B4-BE49-F238E27FC236}">
                <a16:creationId xmlns:a16="http://schemas.microsoft.com/office/drawing/2014/main" id="{D59E6CA3-086E-4C5F-8559-2B209768A081}"/>
              </a:ext>
            </a:extLst>
          </p:cNvPr>
          <p:cNvSpPr txBox="1"/>
          <p:nvPr/>
        </p:nvSpPr>
        <p:spPr>
          <a:xfrm>
            <a:off x="-278243" y="2223703"/>
            <a:ext cx="3887050" cy="1318181"/>
          </a:xfrm>
          <a:prstGeom prst="rect">
            <a:avLst/>
          </a:prstGeom>
          <a:noFill/>
        </p:spPr>
        <p:txBody>
          <a:bodyPr wrap="square" rtlCol="0">
            <a:spAutoFit/>
          </a:bodyPr>
          <a:lstStyle/>
          <a:p>
            <a:pPr algn="ctr">
              <a:lnSpc>
                <a:spcPct val="150000"/>
              </a:lnSpc>
            </a:pPr>
            <a:r>
              <a:rPr lang="en-US" altLang="zh-TW" sz="2800" b="1" i="1" dirty="0">
                <a:solidFill>
                  <a:srgbClr val="EEEAE7"/>
                </a:solidFill>
              </a:rPr>
              <a:t>Thank you </a:t>
            </a:r>
          </a:p>
          <a:p>
            <a:pPr algn="ctr">
              <a:lnSpc>
                <a:spcPct val="150000"/>
              </a:lnSpc>
            </a:pPr>
            <a:r>
              <a:rPr lang="en-US" altLang="zh-TW" sz="2800" b="1" i="1" dirty="0">
                <a:solidFill>
                  <a:srgbClr val="EEEAE7"/>
                </a:solidFill>
              </a:rPr>
              <a:t>for </a:t>
            </a:r>
            <a:r>
              <a:rPr lang="en-US" altLang="zh-TW" sz="2800" b="1" i="1">
                <a:solidFill>
                  <a:srgbClr val="EEEAE7"/>
                </a:solidFill>
              </a:rPr>
              <a:t>your listening!</a:t>
            </a:r>
            <a:endParaRPr lang="en-US" altLang="zh-TW" sz="2800" b="1" i="1" dirty="0">
              <a:solidFill>
                <a:srgbClr val="EEEAE7"/>
              </a:solidFill>
            </a:endParaRPr>
          </a:p>
        </p:txBody>
      </p:sp>
      <p:sp>
        <p:nvSpPr>
          <p:cNvPr id="20" name="文字方塊 19">
            <a:extLst>
              <a:ext uri="{FF2B5EF4-FFF2-40B4-BE49-F238E27FC236}">
                <a16:creationId xmlns:a16="http://schemas.microsoft.com/office/drawing/2014/main" id="{8391DF00-F161-4FAE-9513-37BFDACC03E3}"/>
              </a:ext>
            </a:extLst>
          </p:cNvPr>
          <p:cNvSpPr txBox="1"/>
          <p:nvPr/>
        </p:nvSpPr>
        <p:spPr>
          <a:xfrm>
            <a:off x="176950" y="5261668"/>
            <a:ext cx="2976664" cy="954107"/>
          </a:xfrm>
          <a:prstGeom prst="rect">
            <a:avLst/>
          </a:prstGeom>
          <a:noFill/>
        </p:spPr>
        <p:txBody>
          <a:bodyPr wrap="square" rtlCol="0">
            <a:spAutoFit/>
          </a:bodyPr>
          <a:lstStyle/>
          <a:p>
            <a:pPr algn="ctr"/>
            <a:r>
              <a:rPr lang="en-US" altLang="zh-TW" sz="2800" b="1" i="1" dirty="0">
                <a:solidFill>
                  <a:srgbClr val="EEEAE7"/>
                </a:solidFill>
              </a:rPr>
              <a:t>R12229001</a:t>
            </a:r>
          </a:p>
          <a:p>
            <a:pPr algn="ctr"/>
            <a:r>
              <a:rPr lang="en-US" altLang="zh-TW" sz="2800" b="1" i="1" dirty="0">
                <a:solidFill>
                  <a:srgbClr val="EEEAE7"/>
                </a:solidFill>
              </a:rPr>
              <a:t>Yu Ming, Liu</a:t>
            </a:r>
            <a:endParaRPr lang="zh-TW" altLang="en-US" sz="2800" b="1" i="1" dirty="0">
              <a:solidFill>
                <a:srgbClr val="EEEAE7"/>
              </a:solidFill>
            </a:endParaRPr>
          </a:p>
        </p:txBody>
      </p:sp>
    </p:spTree>
    <p:extLst>
      <p:ext uri="{BB962C8B-B14F-4D97-AF65-F5344CB8AC3E}">
        <p14:creationId xmlns:p14="http://schemas.microsoft.com/office/powerpoint/2010/main" val="363074743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18248</TotalTime>
  <Words>719</Words>
  <Application>Microsoft Office PowerPoint</Application>
  <PresentationFormat>寬螢幕</PresentationFormat>
  <Paragraphs>159</Paragraphs>
  <Slides>19</Slides>
  <Notes>12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Arial</vt:lpstr>
      <vt:lpstr>Calibri</vt:lpstr>
      <vt:lpstr>Calibri Light</vt:lpstr>
      <vt:lpstr>Wingdings</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劉伃茗</dc:creator>
  <cp:lastModifiedBy>劉伃茗</cp:lastModifiedBy>
  <cp:revision>4</cp:revision>
  <dcterms:created xsi:type="dcterms:W3CDTF">2024-12-01T07:36:02Z</dcterms:created>
  <dcterms:modified xsi:type="dcterms:W3CDTF">2024-12-19T02:33:11Z</dcterms:modified>
</cp:coreProperties>
</file>